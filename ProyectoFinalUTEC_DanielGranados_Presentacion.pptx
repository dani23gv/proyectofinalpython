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4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63" r:id="rId6"/>
    <p:sldId id="259" r:id="rId7"/>
    <p:sldId id="260" r:id="rId8"/>
    <p:sldId id="267" r:id="rId9"/>
    <p:sldId id="261" r:id="rId10"/>
    <p:sldId id="262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43323-A3F2-7FC2-CB2A-6EFB9E4183C6}" v="81" dt="2026-05-15T02:41:13.799"/>
    <p1510:client id="{FCD69BBF-3A35-D5CC-9C86-80B11D387F57}" v="865" dt="2026-05-15T00:26:13.4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34"/>
    <p:restoredTop sz="94638"/>
  </p:normalViewPr>
  <p:slideViewPr>
    <p:cSldViewPr snapToGrid="0">
      <p:cViewPr varScale="1">
        <p:scale>
          <a:sx n="121" d="100"/>
          <a:sy n="121" d="100"/>
        </p:scale>
        <p:origin x="10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Granados" userId="252fb4755f18f6fd" providerId="Windows Live" clId="Web-{FCD69BBF-3A35-D5CC-9C86-80B11D387F57}"/>
    <pc:docChg chg="addSld delSld modSld">
      <pc:chgData name="Daniel Granados" userId="252fb4755f18f6fd" providerId="Windows Live" clId="Web-{FCD69BBF-3A35-D5CC-9C86-80B11D387F57}" dt="2026-05-15T00:30:23.121" v="897" actId="20577"/>
      <pc:docMkLst>
        <pc:docMk/>
      </pc:docMkLst>
      <pc:sldChg chg="addSp delSp modSp">
        <pc:chgData name="Daniel Granados" userId="252fb4755f18f6fd" providerId="Windows Live" clId="Web-{FCD69BBF-3A35-D5CC-9C86-80B11D387F57}" dt="2026-05-15T00:26:13.439" v="868" actId="20577"/>
        <pc:sldMkLst>
          <pc:docMk/>
          <pc:sldMk cId="1860873599" sldId="257"/>
        </pc:sldMkLst>
        <pc:spChg chg="mod">
          <ac:chgData name="Daniel Granados" userId="252fb4755f18f6fd" providerId="Windows Live" clId="Web-{FCD69BBF-3A35-D5CC-9C86-80B11D387F57}" dt="2026-05-14T23:52:42.630" v="3" actId="20577"/>
          <ac:spMkLst>
            <pc:docMk/>
            <pc:sldMk cId="1860873599" sldId="257"/>
            <ac:spMk id="2" creationId="{AB417137-6933-2996-A547-C510EE6EE9B6}"/>
          </ac:spMkLst>
        </pc:spChg>
        <pc:spChg chg="add mod">
          <ac:chgData name="Daniel Granados" userId="252fb4755f18f6fd" providerId="Windows Live" clId="Web-{FCD69BBF-3A35-D5CC-9C86-80B11D387F57}" dt="2026-05-15T00:26:13.439" v="868" actId="20577"/>
          <ac:spMkLst>
            <pc:docMk/>
            <pc:sldMk cId="1860873599" sldId="257"/>
            <ac:spMk id="10" creationId="{BD0444FC-1FBE-D718-CB99-E0E67BF06EC5}"/>
          </ac:spMkLst>
        </pc:spChg>
        <pc:graphicFrameChg chg="del">
          <ac:chgData name="Daniel Granados" userId="252fb4755f18f6fd" providerId="Windows Live" clId="Web-{FCD69BBF-3A35-D5CC-9C86-80B11D387F57}" dt="2026-05-14T23:52:48.724" v="4"/>
          <ac:graphicFrameMkLst>
            <pc:docMk/>
            <pc:sldMk cId="1860873599" sldId="257"/>
            <ac:graphicFrameMk id="6" creationId="{48A9351B-7BFB-EBB9-93BB-EE16D4DD7F81}"/>
          </ac:graphicFrameMkLst>
        </pc:graphicFrameChg>
      </pc:sldChg>
      <pc:sldChg chg="modSp">
        <pc:chgData name="Daniel Granados" userId="252fb4755f18f6fd" providerId="Windows Live" clId="Web-{FCD69BBF-3A35-D5CC-9C86-80B11D387F57}" dt="2026-05-15T00:30:23.121" v="897" actId="20577"/>
        <pc:sldMkLst>
          <pc:docMk/>
          <pc:sldMk cId="2060895292" sldId="258"/>
        </pc:sldMkLst>
        <pc:graphicFrameChg chg="modGraphic">
          <ac:chgData name="Daniel Granados" userId="252fb4755f18f6fd" providerId="Windows Live" clId="Web-{FCD69BBF-3A35-D5CC-9C86-80B11D387F57}" dt="2026-05-15T00:30:23.121" v="897" actId="20577"/>
          <ac:graphicFrameMkLst>
            <pc:docMk/>
            <pc:sldMk cId="2060895292" sldId="258"/>
            <ac:graphicFrameMk id="10" creationId="{23500928-D5C5-95CB-BB76-291C05954161}"/>
          </ac:graphicFrameMkLst>
        </pc:graphicFrameChg>
      </pc:sldChg>
      <pc:sldChg chg="modSp">
        <pc:chgData name="Daniel Granados" userId="252fb4755f18f6fd" providerId="Windows Live" clId="Web-{FCD69BBF-3A35-D5CC-9C86-80B11D387F57}" dt="2026-05-15T00:07:09.023" v="27" actId="20577"/>
        <pc:sldMkLst>
          <pc:docMk/>
          <pc:sldMk cId="246699837" sldId="260"/>
        </pc:sldMkLst>
        <pc:graphicFrameChg chg="modGraphic">
          <ac:chgData name="Daniel Granados" userId="252fb4755f18f6fd" providerId="Windows Live" clId="Web-{FCD69BBF-3A35-D5CC-9C86-80B11D387F57}" dt="2026-05-15T00:07:09.023" v="27" actId="20577"/>
          <ac:graphicFrameMkLst>
            <pc:docMk/>
            <pc:sldMk cId="246699837" sldId="260"/>
            <ac:graphicFrameMk id="7" creationId="{E85E166B-AE3C-603A-DACF-B9E0B374793A}"/>
          </ac:graphicFrameMkLst>
        </pc:graphicFrameChg>
      </pc:sldChg>
      <pc:sldChg chg="modSp">
        <pc:chgData name="Daniel Granados" userId="252fb4755f18f6fd" providerId="Windows Live" clId="Web-{FCD69BBF-3A35-D5CC-9C86-80B11D387F57}" dt="2026-05-15T00:24:33.326" v="850" actId="20577"/>
        <pc:sldMkLst>
          <pc:docMk/>
          <pc:sldMk cId="2189395731" sldId="262"/>
        </pc:sldMkLst>
        <pc:graphicFrameChg chg="modGraphic">
          <ac:chgData name="Daniel Granados" userId="252fb4755f18f6fd" providerId="Windows Live" clId="Web-{FCD69BBF-3A35-D5CC-9C86-80B11D387F57}" dt="2026-05-15T00:24:33.326" v="850" actId="20577"/>
          <ac:graphicFrameMkLst>
            <pc:docMk/>
            <pc:sldMk cId="2189395731" sldId="262"/>
            <ac:graphicFrameMk id="6" creationId="{287425C4-341D-A725-9F8B-9A62B4C9F01E}"/>
          </ac:graphicFrameMkLst>
        </pc:graphicFrameChg>
      </pc:sldChg>
      <pc:sldChg chg="del">
        <pc:chgData name="Daniel Granados" userId="252fb4755f18f6fd" providerId="Windows Live" clId="Web-{FCD69BBF-3A35-D5CC-9C86-80B11D387F57}" dt="2026-05-14T23:53:19.460" v="5"/>
        <pc:sldMkLst>
          <pc:docMk/>
          <pc:sldMk cId="192601957" sldId="264"/>
        </pc:sldMkLst>
      </pc:sldChg>
      <pc:sldChg chg="add replId">
        <pc:chgData name="Daniel Granados" userId="252fb4755f18f6fd" providerId="Windows Live" clId="Web-{FCD69BBF-3A35-D5CC-9C86-80B11D387F57}" dt="2026-05-14T23:52:32.895" v="0"/>
        <pc:sldMkLst>
          <pc:docMk/>
          <pc:sldMk cId="4061065148" sldId="266"/>
        </pc:sldMkLst>
      </pc:sldChg>
      <pc:sldChg chg="modSp new del">
        <pc:chgData name="Daniel Granados" userId="252fb4755f18f6fd" providerId="Windows Live" clId="Web-{FCD69BBF-3A35-D5CC-9C86-80B11D387F57}" dt="2026-05-14T23:53:47.976" v="9"/>
        <pc:sldMkLst>
          <pc:docMk/>
          <pc:sldMk cId="3138994097" sldId="267"/>
        </pc:sldMkLst>
        <pc:spChg chg="mod">
          <ac:chgData name="Daniel Granados" userId="252fb4755f18f6fd" providerId="Windows Live" clId="Web-{FCD69BBF-3A35-D5CC-9C86-80B11D387F57}" dt="2026-05-14T23:53:38.273" v="7" actId="20577"/>
          <ac:spMkLst>
            <pc:docMk/>
            <pc:sldMk cId="3138994097" sldId="267"/>
            <ac:spMk id="3" creationId="{DB88C6AE-7590-3DF6-A9C5-9587FA556263}"/>
          </ac:spMkLst>
        </pc:spChg>
      </pc:sldChg>
      <pc:sldChg chg="addSp delSp modSp new">
        <pc:chgData name="Daniel Granados" userId="252fb4755f18f6fd" providerId="Windows Live" clId="Web-{FCD69BBF-3A35-D5CC-9C86-80B11D387F57}" dt="2026-05-15T00:22:06.946" v="831" actId="1076"/>
        <pc:sldMkLst>
          <pc:docMk/>
          <pc:sldMk cId="4004196352" sldId="267"/>
        </pc:sldMkLst>
        <pc:spChg chg="mod">
          <ac:chgData name="Daniel Granados" userId="252fb4755f18f6fd" providerId="Windows Live" clId="Web-{FCD69BBF-3A35-D5CC-9C86-80B11D387F57}" dt="2026-05-15T00:21:03.319" v="687" actId="1076"/>
          <ac:spMkLst>
            <pc:docMk/>
            <pc:sldMk cId="4004196352" sldId="267"/>
            <ac:spMk id="2" creationId="{E80C6B06-8BA7-6409-EC77-9BF0DBEA4279}"/>
          </ac:spMkLst>
        </pc:spChg>
        <pc:spChg chg="del">
          <ac:chgData name="Daniel Granados" userId="252fb4755f18f6fd" providerId="Windows Live" clId="Web-{FCD69BBF-3A35-D5CC-9C86-80B11D387F57}" dt="2026-05-15T00:18:31.267" v="50"/>
          <ac:spMkLst>
            <pc:docMk/>
            <pc:sldMk cId="4004196352" sldId="267"/>
            <ac:spMk id="3" creationId="{FEA633CF-5144-E368-9FAC-36A106E95BF5}"/>
          </ac:spMkLst>
        </pc:spChg>
        <pc:graphicFrameChg chg="add mod ord modGraphic">
          <ac:chgData name="Daniel Granados" userId="252fb4755f18f6fd" providerId="Windows Live" clId="Web-{FCD69BBF-3A35-D5CC-9C86-80B11D387F57}" dt="2026-05-15T00:22:06.790" v="830" actId="1076"/>
          <ac:graphicFrameMkLst>
            <pc:docMk/>
            <pc:sldMk cId="4004196352" sldId="267"/>
            <ac:graphicFrameMk id="5" creationId="{368D4D31-43A8-5F6A-8DA8-1E2C5B2A261B}"/>
          </ac:graphicFrameMkLst>
        </pc:graphicFrameChg>
        <pc:graphicFrameChg chg="add mod modGraphic">
          <ac:chgData name="Daniel Granados" userId="252fb4755f18f6fd" providerId="Windows Live" clId="Web-{FCD69BBF-3A35-D5CC-9C86-80B11D387F57}" dt="2026-05-15T00:22:06.946" v="831" actId="1076"/>
          <ac:graphicFrameMkLst>
            <pc:docMk/>
            <pc:sldMk cId="4004196352" sldId="267"/>
            <ac:graphicFrameMk id="7" creationId="{BD097B00-CBD2-2BB6-BDF7-D66FB2925031}"/>
          </ac:graphicFrameMkLst>
        </pc:graphicFrameChg>
      </pc:sldChg>
    </pc:docChg>
  </pc:docChgLst>
  <pc:docChgLst>
    <pc:chgData name="Daniel Granados" userId="252fb4755f18f6fd" providerId="Windows Live" clId="Web-{04943323-A3F2-7FC2-CB2A-6EFB9E4183C6}"/>
    <pc:docChg chg="modSld">
      <pc:chgData name="Daniel Granados" userId="252fb4755f18f6fd" providerId="Windows Live" clId="Web-{04943323-A3F2-7FC2-CB2A-6EFB9E4183C6}" dt="2026-05-15T02:41:13.799" v="92"/>
      <pc:docMkLst>
        <pc:docMk/>
      </pc:docMkLst>
      <pc:sldChg chg="addSp delSp modSp">
        <pc:chgData name="Daniel Granados" userId="252fb4755f18f6fd" providerId="Windows Live" clId="Web-{04943323-A3F2-7FC2-CB2A-6EFB9E4183C6}" dt="2026-05-15T02:41:13.799" v="92"/>
        <pc:sldMkLst>
          <pc:docMk/>
          <pc:sldMk cId="4201746802" sldId="256"/>
        </pc:sldMkLst>
        <pc:spChg chg="mod">
          <ac:chgData name="Daniel Granados" userId="252fb4755f18f6fd" providerId="Windows Live" clId="Web-{04943323-A3F2-7FC2-CB2A-6EFB9E4183C6}" dt="2026-05-15T02:36:24.673" v="91"/>
          <ac:spMkLst>
            <pc:docMk/>
            <pc:sldMk cId="4201746802" sldId="256"/>
            <ac:spMk id="2" creationId="{8DC72353-7F07-0EE6-031E-29727DCE12EF}"/>
          </ac:spMkLst>
        </pc:spChg>
        <pc:spChg chg="del">
          <ac:chgData name="Daniel Granados" userId="252fb4755f18f6fd" providerId="Windows Live" clId="Web-{04943323-A3F2-7FC2-CB2A-6EFB9E4183C6}" dt="2026-05-15T01:13:42.260" v="11"/>
          <ac:spMkLst>
            <pc:docMk/>
            <pc:sldMk cId="4201746802" sldId="256"/>
            <ac:spMk id="3" creationId="{41258141-D21A-A452-46A1-4F843307918E}"/>
          </ac:spMkLst>
        </pc:spChg>
        <pc:spChg chg="add del">
          <ac:chgData name="Daniel Granados" userId="252fb4755f18f6fd" providerId="Windows Live" clId="Web-{04943323-A3F2-7FC2-CB2A-6EFB9E4183C6}" dt="2026-05-15T01:42:39.250" v="22"/>
          <ac:spMkLst>
            <pc:docMk/>
            <pc:sldMk cId="4201746802" sldId="256"/>
            <ac:spMk id="6" creationId="{A6C8EBED-E2C8-9705-7E92-2353A540286C}"/>
          </ac:spMkLst>
        </pc:spChg>
        <pc:spChg chg="add mod">
          <ac:chgData name="Daniel Granados" userId="252fb4755f18f6fd" providerId="Windows Live" clId="Web-{04943323-A3F2-7FC2-CB2A-6EFB9E4183C6}" dt="2026-05-15T02:41:13.799" v="92"/>
          <ac:spMkLst>
            <pc:docMk/>
            <pc:sldMk cId="4201746802" sldId="256"/>
            <ac:spMk id="8" creationId="{98D90103-DE12-251F-C4A6-0F92F4E1A52C}"/>
          </ac:spMkLst>
        </pc:spChg>
        <pc:picChg chg="add mod">
          <ac:chgData name="Daniel Granados" userId="252fb4755f18f6fd" providerId="Windows Live" clId="Web-{04943323-A3F2-7FC2-CB2A-6EFB9E4183C6}" dt="2026-05-15T01:44:04.078" v="66" actId="1076"/>
          <ac:picMkLst>
            <pc:docMk/>
            <pc:sldMk cId="4201746802" sldId="256"/>
            <ac:picMk id="4" creationId="{2E99CE63-F72A-92AE-B961-A6A7E9F372F8}"/>
          </ac:picMkLst>
        </pc:picChg>
      </pc:sldChg>
      <pc:sldChg chg="delSp modSp">
        <pc:chgData name="Daniel Granados" userId="252fb4755f18f6fd" providerId="Windows Live" clId="Web-{04943323-A3F2-7FC2-CB2A-6EFB9E4183C6}" dt="2026-05-15T02:23:39.845" v="82"/>
        <pc:sldMkLst>
          <pc:docMk/>
          <pc:sldMk cId="246699837" sldId="260"/>
        </pc:sldMkLst>
        <pc:spChg chg="del">
          <ac:chgData name="Daniel Granados" userId="252fb4755f18f6fd" providerId="Windows Live" clId="Web-{04943323-A3F2-7FC2-CB2A-6EFB9E4183C6}" dt="2026-05-15T02:23:39.845" v="82"/>
          <ac:spMkLst>
            <pc:docMk/>
            <pc:sldMk cId="246699837" sldId="260"/>
            <ac:spMk id="6" creationId="{214E6896-2F9F-6A72-07A8-9D6F3A4EE56C}"/>
          </ac:spMkLst>
        </pc:spChg>
        <pc:graphicFrameChg chg="modGraphic">
          <ac:chgData name="Daniel Granados" userId="252fb4755f18f6fd" providerId="Windows Live" clId="Web-{04943323-A3F2-7FC2-CB2A-6EFB9E4183C6}" dt="2026-05-15T01:47:36.875" v="76" actId="20577"/>
          <ac:graphicFrameMkLst>
            <pc:docMk/>
            <pc:sldMk cId="246699837" sldId="260"/>
            <ac:graphicFrameMk id="7" creationId="{E85E166B-AE3C-603A-DACF-B9E0B374793A}"/>
          </ac:graphicFrameMkLst>
        </pc:graphicFrameChg>
      </pc:sldChg>
      <pc:sldChg chg="modSp">
        <pc:chgData name="Daniel Granados" userId="252fb4755f18f6fd" providerId="Windows Live" clId="Web-{04943323-A3F2-7FC2-CB2A-6EFB9E4183C6}" dt="2026-05-15T01:59:04.079" v="81" actId="20577"/>
        <pc:sldMkLst>
          <pc:docMk/>
          <pc:sldMk cId="2897962074" sldId="261"/>
        </pc:sldMkLst>
        <pc:graphicFrameChg chg="modGraphic">
          <ac:chgData name="Daniel Granados" userId="252fb4755f18f6fd" providerId="Windows Live" clId="Web-{04943323-A3F2-7FC2-CB2A-6EFB9E4183C6}" dt="2026-05-15T01:59:04.079" v="81" actId="20577"/>
          <ac:graphicFrameMkLst>
            <pc:docMk/>
            <pc:sldMk cId="2897962074" sldId="261"/>
            <ac:graphicFrameMk id="8" creationId="{D20818CC-2B10-B393-2D70-F4B3197AFE3C}"/>
          </ac:graphicFrameMkLst>
        </pc:graphicFrameChg>
      </pc:sldChg>
      <pc:sldChg chg="modSp">
        <pc:chgData name="Daniel Granados" userId="252fb4755f18f6fd" providerId="Windows Live" clId="Web-{04943323-A3F2-7FC2-CB2A-6EFB9E4183C6}" dt="2026-05-15T02:26:34.579" v="90"/>
        <pc:sldMkLst>
          <pc:docMk/>
          <pc:sldMk cId="4004196352" sldId="267"/>
        </pc:sldMkLst>
        <pc:graphicFrameChg chg="mod modGraphic">
          <ac:chgData name="Daniel Granados" userId="252fb4755f18f6fd" providerId="Windows Live" clId="Web-{04943323-A3F2-7FC2-CB2A-6EFB9E4183C6}" dt="2026-05-15T00:51:09.474" v="3"/>
          <ac:graphicFrameMkLst>
            <pc:docMk/>
            <pc:sldMk cId="4004196352" sldId="267"/>
            <ac:graphicFrameMk id="5" creationId="{368D4D31-43A8-5F6A-8DA8-1E2C5B2A261B}"/>
          </ac:graphicFrameMkLst>
        </pc:graphicFrameChg>
        <pc:graphicFrameChg chg="mod modGraphic">
          <ac:chgData name="Daniel Granados" userId="252fb4755f18f6fd" providerId="Windows Live" clId="Web-{04943323-A3F2-7FC2-CB2A-6EFB9E4183C6}" dt="2026-05-15T02:26:34.579" v="90"/>
          <ac:graphicFrameMkLst>
            <pc:docMk/>
            <pc:sldMk cId="4004196352" sldId="267"/>
            <ac:graphicFrameMk id="7" creationId="{BD097B00-CBD2-2BB6-BDF7-D66FB2925031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71B70F-FF21-D74F-A6FE-4FF2036A5AD3}" type="doc">
      <dgm:prSet loTypeId="urn:microsoft.com/office/officeart/2005/8/layout/hList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432CE977-7A4A-3F49-82E8-89027B88FB60}">
      <dgm:prSet phldrT="[Texto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s-PE" altLang="es-PE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La consultora presenta dificultades para anticipar la rotación de personal. </a:t>
          </a:r>
          <a:endParaRPr lang="es-MX" dirty="0">
            <a:solidFill>
              <a:schemeClr val="bg1"/>
            </a:solidFill>
          </a:endParaRPr>
        </a:p>
      </dgm:t>
    </dgm:pt>
    <dgm:pt modelId="{F11FA041-ECB8-C548-A21A-BDFDE1EA71E2}" type="parTrans" cxnId="{300A40F9-FBCE-4A4F-8661-C64A036FB5AD}">
      <dgm:prSet/>
      <dgm:spPr/>
      <dgm:t>
        <a:bodyPr/>
        <a:lstStyle/>
        <a:p>
          <a:endParaRPr lang="es-MX"/>
        </a:p>
      </dgm:t>
    </dgm:pt>
    <dgm:pt modelId="{40F79D97-8E87-B84E-8693-DB3F9FA70856}" type="sibTrans" cxnId="{300A40F9-FBCE-4A4F-8661-C64A036FB5AD}">
      <dgm:prSet/>
      <dgm:spPr/>
      <dgm:t>
        <a:bodyPr/>
        <a:lstStyle/>
        <a:p>
          <a:endParaRPr lang="es-MX"/>
        </a:p>
      </dgm:t>
    </dgm:pt>
    <dgm:pt modelId="{BA27BFA4-94A4-5C4D-9A45-7D8FFD1BF675}">
      <dgm:prSet phldrT="[Texto]"/>
      <dgm:spPr/>
      <dgm:t>
        <a:bodyPr/>
        <a:lstStyle/>
        <a:p>
          <a:pPr algn="ctr">
            <a:buFontTx/>
            <a:buChar char="•"/>
          </a:pPr>
          <a:r>
            <a:rPr kumimoji="0" lang="es-PE" altLang="es-PE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La pérdida de colaboradores genera: </a:t>
          </a:r>
        </a:p>
        <a:p>
          <a:pPr algn="l">
            <a:buFontTx/>
            <a:buChar char="•"/>
          </a:pPr>
          <a:r>
            <a:rPr kumimoji="0" lang="es-PE" altLang="es-PE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- Reducción de ingresos. </a:t>
          </a:r>
        </a:p>
        <a:p>
          <a:pPr algn="l">
            <a:buFontTx/>
            <a:buChar char="•"/>
          </a:pPr>
          <a:r>
            <a:rPr kumimoji="0" lang="es-PE" altLang="es-PE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- Reasignación imprevista de personal. </a:t>
          </a:r>
        </a:p>
        <a:p>
          <a:pPr algn="l">
            <a:buFontTx/>
            <a:buChar char="•"/>
          </a:pPr>
          <a:r>
            <a:rPr kumimoji="0" lang="es-PE" altLang="es-PE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- Impacto en la planificación operativa. </a:t>
          </a:r>
        </a:p>
      </dgm:t>
    </dgm:pt>
    <dgm:pt modelId="{8A5494E8-5D7B-E641-9823-D728A470C27A}" type="parTrans" cxnId="{90809749-99D2-C141-9842-D34C226C7984}">
      <dgm:prSet/>
      <dgm:spPr/>
      <dgm:t>
        <a:bodyPr/>
        <a:lstStyle/>
        <a:p>
          <a:endParaRPr lang="es-MX"/>
        </a:p>
      </dgm:t>
    </dgm:pt>
    <dgm:pt modelId="{63282E91-5D74-4B4E-8A19-8FF5ECEE0DDC}" type="sibTrans" cxnId="{90809749-99D2-C141-9842-D34C226C7984}">
      <dgm:prSet/>
      <dgm:spPr/>
      <dgm:t>
        <a:bodyPr/>
        <a:lstStyle/>
        <a:p>
          <a:endParaRPr lang="es-MX"/>
        </a:p>
      </dgm:t>
    </dgm:pt>
    <dgm:pt modelId="{2FF2D5C2-E325-BF49-A610-1BEB4B4520D4}">
      <dgm:prSet phldrT="[Texto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s-PE" altLang="es-PE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Actualmente las decisiones se toman de manera reactiva y no preventiva. </a:t>
          </a:r>
          <a:endParaRPr lang="es-MX" dirty="0">
            <a:solidFill>
              <a:schemeClr val="bg1"/>
            </a:solidFill>
          </a:endParaRPr>
        </a:p>
      </dgm:t>
    </dgm:pt>
    <dgm:pt modelId="{57D61A23-347C-B24C-B2C3-3131BF160FDF}" type="parTrans" cxnId="{0BFCAFA5-08B2-7747-A75D-267931F640BF}">
      <dgm:prSet/>
      <dgm:spPr/>
      <dgm:t>
        <a:bodyPr/>
        <a:lstStyle/>
        <a:p>
          <a:endParaRPr lang="es-MX"/>
        </a:p>
      </dgm:t>
    </dgm:pt>
    <dgm:pt modelId="{41BE6033-9FF4-2740-AB79-F4708557442C}" type="sibTrans" cxnId="{0BFCAFA5-08B2-7747-A75D-267931F640BF}">
      <dgm:prSet/>
      <dgm:spPr/>
      <dgm:t>
        <a:bodyPr/>
        <a:lstStyle/>
        <a:p>
          <a:endParaRPr lang="es-MX"/>
        </a:p>
      </dgm:t>
    </dgm:pt>
    <dgm:pt modelId="{2E48B9D4-30B7-134D-8E60-410F9B0208C7}">
      <dgm:prSet phldrT="[Texto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s-PE" altLang="es-PE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No existe una herramienta analítica simple que permita proyectar tendencias futuras de abandono o pérdida de continuidad.</a:t>
          </a:r>
          <a:endParaRPr lang="es-MX" dirty="0">
            <a:solidFill>
              <a:schemeClr val="bg1"/>
            </a:solidFill>
          </a:endParaRPr>
        </a:p>
      </dgm:t>
    </dgm:pt>
    <dgm:pt modelId="{1AE66284-0E2C-8D49-A3B0-4ED02ABB8405}" type="parTrans" cxnId="{86C88E84-713D-D24F-B9BA-3F5E4DBF7D1D}">
      <dgm:prSet/>
      <dgm:spPr/>
      <dgm:t>
        <a:bodyPr/>
        <a:lstStyle/>
        <a:p>
          <a:endParaRPr lang="es-MX"/>
        </a:p>
      </dgm:t>
    </dgm:pt>
    <dgm:pt modelId="{EC2A8C40-98FE-0547-B6AA-E8B4A5189263}" type="sibTrans" cxnId="{86C88E84-713D-D24F-B9BA-3F5E4DBF7D1D}">
      <dgm:prSet/>
      <dgm:spPr/>
      <dgm:t>
        <a:bodyPr/>
        <a:lstStyle/>
        <a:p>
          <a:endParaRPr lang="es-MX"/>
        </a:p>
      </dgm:t>
    </dgm:pt>
    <dgm:pt modelId="{82967539-EC04-FF49-9D34-BCC05C140B34}" type="pres">
      <dgm:prSet presAssocID="{3471B70F-FF21-D74F-A6FE-4FF2036A5AD3}" presName="Name0" presStyleCnt="0">
        <dgm:presLayoutVars>
          <dgm:dir/>
          <dgm:resizeHandles val="exact"/>
        </dgm:presLayoutVars>
      </dgm:prSet>
      <dgm:spPr/>
    </dgm:pt>
    <dgm:pt modelId="{DE94C3BC-C6B2-1D4A-B839-3C8496A74EFE}" type="pres">
      <dgm:prSet presAssocID="{432CE977-7A4A-3F49-82E8-89027B88FB60}" presName="node" presStyleLbl="node1" presStyleIdx="0" presStyleCnt="4">
        <dgm:presLayoutVars>
          <dgm:bulletEnabled val="1"/>
        </dgm:presLayoutVars>
      </dgm:prSet>
      <dgm:spPr/>
    </dgm:pt>
    <dgm:pt modelId="{F3ACC886-4538-444D-B7E4-E988FDBD0192}" type="pres">
      <dgm:prSet presAssocID="{40F79D97-8E87-B84E-8693-DB3F9FA70856}" presName="sibTrans" presStyleCnt="0"/>
      <dgm:spPr/>
    </dgm:pt>
    <dgm:pt modelId="{2125C341-178F-904A-A160-09FB34A2ACDB}" type="pres">
      <dgm:prSet presAssocID="{BA27BFA4-94A4-5C4D-9A45-7D8FFD1BF675}" presName="node" presStyleLbl="node1" presStyleIdx="1" presStyleCnt="4">
        <dgm:presLayoutVars>
          <dgm:bulletEnabled val="1"/>
        </dgm:presLayoutVars>
      </dgm:prSet>
      <dgm:spPr/>
    </dgm:pt>
    <dgm:pt modelId="{47616B6E-6B54-E445-8AC8-40BF60250206}" type="pres">
      <dgm:prSet presAssocID="{63282E91-5D74-4B4E-8A19-8FF5ECEE0DDC}" presName="sibTrans" presStyleCnt="0"/>
      <dgm:spPr/>
    </dgm:pt>
    <dgm:pt modelId="{107596B9-D53F-0643-9873-DD348E80B6EF}" type="pres">
      <dgm:prSet presAssocID="{2FF2D5C2-E325-BF49-A610-1BEB4B4520D4}" presName="node" presStyleLbl="node1" presStyleIdx="2" presStyleCnt="4">
        <dgm:presLayoutVars>
          <dgm:bulletEnabled val="1"/>
        </dgm:presLayoutVars>
      </dgm:prSet>
      <dgm:spPr/>
    </dgm:pt>
    <dgm:pt modelId="{EBDA7B8E-CA8D-0A4C-8360-708E3CCE1E2D}" type="pres">
      <dgm:prSet presAssocID="{41BE6033-9FF4-2740-AB79-F4708557442C}" presName="sibTrans" presStyleCnt="0"/>
      <dgm:spPr/>
    </dgm:pt>
    <dgm:pt modelId="{06F63A32-089C-DA44-BA28-21DFA5B2EC4F}" type="pres">
      <dgm:prSet presAssocID="{2E48B9D4-30B7-134D-8E60-410F9B0208C7}" presName="node" presStyleLbl="node1" presStyleIdx="3" presStyleCnt="4">
        <dgm:presLayoutVars>
          <dgm:bulletEnabled val="1"/>
        </dgm:presLayoutVars>
      </dgm:prSet>
      <dgm:spPr/>
    </dgm:pt>
  </dgm:ptLst>
  <dgm:cxnLst>
    <dgm:cxn modelId="{5B22BE10-7922-8C4E-8062-69D71EE73961}" type="presOf" srcId="{2FF2D5C2-E325-BF49-A610-1BEB4B4520D4}" destId="{107596B9-D53F-0643-9873-DD348E80B6EF}" srcOrd="0" destOrd="0" presId="urn:microsoft.com/office/officeart/2005/8/layout/hList6"/>
    <dgm:cxn modelId="{B608F43C-FE66-A547-90A1-0E38FD90ED2D}" type="presOf" srcId="{432CE977-7A4A-3F49-82E8-89027B88FB60}" destId="{DE94C3BC-C6B2-1D4A-B839-3C8496A74EFE}" srcOrd="0" destOrd="0" presId="urn:microsoft.com/office/officeart/2005/8/layout/hList6"/>
    <dgm:cxn modelId="{90809749-99D2-C141-9842-D34C226C7984}" srcId="{3471B70F-FF21-D74F-A6FE-4FF2036A5AD3}" destId="{BA27BFA4-94A4-5C4D-9A45-7D8FFD1BF675}" srcOrd="1" destOrd="0" parTransId="{8A5494E8-5D7B-E641-9823-D728A470C27A}" sibTransId="{63282E91-5D74-4B4E-8A19-8FF5ECEE0DDC}"/>
    <dgm:cxn modelId="{86C88E84-713D-D24F-B9BA-3F5E4DBF7D1D}" srcId="{3471B70F-FF21-D74F-A6FE-4FF2036A5AD3}" destId="{2E48B9D4-30B7-134D-8E60-410F9B0208C7}" srcOrd="3" destOrd="0" parTransId="{1AE66284-0E2C-8D49-A3B0-4ED02ABB8405}" sibTransId="{EC2A8C40-98FE-0547-B6AA-E8B4A5189263}"/>
    <dgm:cxn modelId="{0BFCAFA5-08B2-7747-A75D-267931F640BF}" srcId="{3471B70F-FF21-D74F-A6FE-4FF2036A5AD3}" destId="{2FF2D5C2-E325-BF49-A610-1BEB4B4520D4}" srcOrd="2" destOrd="0" parTransId="{57D61A23-347C-B24C-B2C3-3131BF160FDF}" sibTransId="{41BE6033-9FF4-2740-AB79-F4708557442C}"/>
    <dgm:cxn modelId="{543DD4AB-527F-FB4C-BF67-8BCF93B6E03E}" type="presOf" srcId="{BA27BFA4-94A4-5C4D-9A45-7D8FFD1BF675}" destId="{2125C341-178F-904A-A160-09FB34A2ACDB}" srcOrd="0" destOrd="0" presId="urn:microsoft.com/office/officeart/2005/8/layout/hList6"/>
    <dgm:cxn modelId="{88FEA5AD-0A2E-F240-8596-3253E2DE4F81}" type="presOf" srcId="{3471B70F-FF21-D74F-A6FE-4FF2036A5AD3}" destId="{82967539-EC04-FF49-9D34-BCC05C140B34}" srcOrd="0" destOrd="0" presId="urn:microsoft.com/office/officeart/2005/8/layout/hList6"/>
    <dgm:cxn modelId="{FDF7D0BA-6157-A44F-9E11-16BEB227B23D}" type="presOf" srcId="{2E48B9D4-30B7-134D-8E60-410F9B0208C7}" destId="{06F63A32-089C-DA44-BA28-21DFA5B2EC4F}" srcOrd="0" destOrd="0" presId="urn:microsoft.com/office/officeart/2005/8/layout/hList6"/>
    <dgm:cxn modelId="{300A40F9-FBCE-4A4F-8661-C64A036FB5AD}" srcId="{3471B70F-FF21-D74F-A6FE-4FF2036A5AD3}" destId="{432CE977-7A4A-3F49-82E8-89027B88FB60}" srcOrd="0" destOrd="0" parTransId="{F11FA041-ECB8-C548-A21A-BDFDE1EA71E2}" sibTransId="{40F79D97-8E87-B84E-8693-DB3F9FA70856}"/>
    <dgm:cxn modelId="{C6A22C35-4110-E348-AA36-5D96443CF8B8}" type="presParOf" srcId="{82967539-EC04-FF49-9D34-BCC05C140B34}" destId="{DE94C3BC-C6B2-1D4A-B839-3C8496A74EFE}" srcOrd="0" destOrd="0" presId="urn:microsoft.com/office/officeart/2005/8/layout/hList6"/>
    <dgm:cxn modelId="{B74F4F4B-543B-1C4C-8A4A-F89B8A784786}" type="presParOf" srcId="{82967539-EC04-FF49-9D34-BCC05C140B34}" destId="{F3ACC886-4538-444D-B7E4-E988FDBD0192}" srcOrd="1" destOrd="0" presId="urn:microsoft.com/office/officeart/2005/8/layout/hList6"/>
    <dgm:cxn modelId="{7EFCE08F-CE16-B24F-BBE1-E26D154D962F}" type="presParOf" srcId="{82967539-EC04-FF49-9D34-BCC05C140B34}" destId="{2125C341-178F-904A-A160-09FB34A2ACDB}" srcOrd="2" destOrd="0" presId="urn:microsoft.com/office/officeart/2005/8/layout/hList6"/>
    <dgm:cxn modelId="{03897B21-CA39-4B4A-84CD-AD1B57D63D9F}" type="presParOf" srcId="{82967539-EC04-FF49-9D34-BCC05C140B34}" destId="{47616B6E-6B54-E445-8AC8-40BF60250206}" srcOrd="3" destOrd="0" presId="urn:microsoft.com/office/officeart/2005/8/layout/hList6"/>
    <dgm:cxn modelId="{A9747201-0874-C740-AB09-9DE3209AA84C}" type="presParOf" srcId="{82967539-EC04-FF49-9D34-BCC05C140B34}" destId="{107596B9-D53F-0643-9873-DD348E80B6EF}" srcOrd="4" destOrd="0" presId="urn:microsoft.com/office/officeart/2005/8/layout/hList6"/>
    <dgm:cxn modelId="{0787C472-C000-8341-92F7-C744AFC3BF0E}" type="presParOf" srcId="{82967539-EC04-FF49-9D34-BCC05C140B34}" destId="{EBDA7B8E-CA8D-0A4C-8360-708E3CCE1E2D}" srcOrd="5" destOrd="0" presId="urn:microsoft.com/office/officeart/2005/8/layout/hList6"/>
    <dgm:cxn modelId="{948B3876-E4E7-0649-90C6-CC309F59B805}" type="presParOf" srcId="{82967539-EC04-FF49-9D34-BCC05C140B34}" destId="{06F63A32-089C-DA44-BA28-21DFA5B2EC4F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5E56D9-C31E-FC40-90ED-AD86620CF6E1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1EA1AD7-A052-3742-9A09-8308A2EBE3B7}">
      <dgm:prSet/>
      <dgm:spPr/>
      <dgm:t>
        <a:bodyPr/>
        <a:lstStyle/>
        <a:p>
          <a:r>
            <a:rPr lang="es-PE" b="0" i="0" baseline="0" dirty="0"/>
            <a:t>La consultora necesita anticiparse a posibles pérdidas de colaboradores, por </a:t>
          </a:r>
          <a:r>
            <a:rPr lang="es-PE" b="0" i="0" baseline="0" dirty="0" err="1"/>
            <a:t>ende</a:t>
          </a:r>
          <a:r>
            <a:rPr lang="es-PE" b="0" i="0" baseline="0" dirty="0"/>
            <a:t> de proyectos. </a:t>
          </a:r>
          <a:endParaRPr lang="es-PE" dirty="0"/>
        </a:p>
      </dgm:t>
    </dgm:pt>
    <dgm:pt modelId="{E3FB70CA-EBBC-4F4C-9BD0-183F554D3BB6}" type="parTrans" cxnId="{59CD9C24-8A7D-584E-AC4B-196C1E7DFE5D}">
      <dgm:prSet/>
      <dgm:spPr/>
      <dgm:t>
        <a:bodyPr/>
        <a:lstStyle/>
        <a:p>
          <a:endParaRPr lang="es-MX"/>
        </a:p>
      </dgm:t>
    </dgm:pt>
    <dgm:pt modelId="{AC134D8C-C212-C54B-8742-53943BBA48A5}" type="sibTrans" cxnId="{59CD9C24-8A7D-584E-AC4B-196C1E7DFE5D}">
      <dgm:prSet/>
      <dgm:spPr/>
      <dgm:t>
        <a:bodyPr/>
        <a:lstStyle/>
        <a:p>
          <a:endParaRPr lang="es-MX"/>
        </a:p>
      </dgm:t>
    </dgm:pt>
    <dgm:pt modelId="{70E990FA-9F8B-994E-94BF-9F5EB171887E}">
      <dgm:prSet/>
      <dgm:spPr/>
      <dgm:t>
        <a:bodyPr/>
        <a:lstStyle/>
        <a:p>
          <a:r>
            <a:rPr lang="es-PE" b="0" i="0" baseline="0" dirty="0"/>
            <a:t>Poder detectar tendencias ayuda a: </a:t>
          </a:r>
          <a:endParaRPr lang="es-PE" dirty="0"/>
        </a:p>
      </dgm:t>
    </dgm:pt>
    <dgm:pt modelId="{798C2F65-C8C1-324E-9BA0-5587A6F026E1}" type="parTrans" cxnId="{177D4EF6-F3F4-3F43-9F90-123543B4306B}">
      <dgm:prSet/>
      <dgm:spPr/>
      <dgm:t>
        <a:bodyPr/>
        <a:lstStyle/>
        <a:p>
          <a:endParaRPr lang="es-MX"/>
        </a:p>
      </dgm:t>
    </dgm:pt>
    <dgm:pt modelId="{3CE02C46-7E96-1949-8230-853498CBCD1B}" type="sibTrans" cxnId="{177D4EF6-F3F4-3F43-9F90-123543B4306B}">
      <dgm:prSet/>
      <dgm:spPr/>
      <dgm:t>
        <a:bodyPr/>
        <a:lstStyle/>
        <a:p>
          <a:endParaRPr lang="es-MX"/>
        </a:p>
      </dgm:t>
    </dgm:pt>
    <dgm:pt modelId="{C81708D8-6860-344B-8058-9F87B858387B}">
      <dgm:prSet/>
      <dgm:spPr/>
      <dgm:t>
        <a:bodyPr/>
        <a:lstStyle/>
        <a:p>
          <a:r>
            <a:rPr lang="es-PE" b="0" i="0" baseline="0"/>
            <a:t>Mejorar la toma de decisiones. </a:t>
          </a:r>
          <a:endParaRPr lang="es-PE"/>
        </a:p>
      </dgm:t>
    </dgm:pt>
    <dgm:pt modelId="{7CABF177-83E8-D74B-93A4-A1B8640AB322}" type="parTrans" cxnId="{C9B4C390-1B76-E04A-82AD-A9D6757ADB21}">
      <dgm:prSet/>
      <dgm:spPr/>
      <dgm:t>
        <a:bodyPr/>
        <a:lstStyle/>
        <a:p>
          <a:endParaRPr lang="es-MX"/>
        </a:p>
      </dgm:t>
    </dgm:pt>
    <dgm:pt modelId="{B903A34A-E8F9-E64D-B52C-66DB20266347}" type="sibTrans" cxnId="{C9B4C390-1B76-E04A-82AD-A9D6757ADB21}">
      <dgm:prSet/>
      <dgm:spPr/>
      <dgm:t>
        <a:bodyPr/>
        <a:lstStyle/>
        <a:p>
          <a:endParaRPr lang="es-MX"/>
        </a:p>
      </dgm:t>
    </dgm:pt>
    <dgm:pt modelId="{F7327F11-85D3-E74B-946F-85F55D5FE629}">
      <dgm:prSet/>
      <dgm:spPr/>
      <dgm:t>
        <a:bodyPr/>
        <a:lstStyle/>
        <a:p>
          <a:r>
            <a:rPr lang="es-PE" b="0" i="0" baseline="0"/>
            <a:t>Reducir riesgos operativos. </a:t>
          </a:r>
          <a:endParaRPr lang="es-PE"/>
        </a:p>
      </dgm:t>
    </dgm:pt>
    <dgm:pt modelId="{4FF7E842-695E-3342-91C7-5DABC3470AB6}" type="parTrans" cxnId="{715B9E37-CAEF-8440-8DC5-91DE33185685}">
      <dgm:prSet/>
      <dgm:spPr/>
      <dgm:t>
        <a:bodyPr/>
        <a:lstStyle/>
        <a:p>
          <a:endParaRPr lang="es-MX"/>
        </a:p>
      </dgm:t>
    </dgm:pt>
    <dgm:pt modelId="{7C06548F-D2E3-444D-95A5-ED1257FCB5C2}" type="sibTrans" cxnId="{715B9E37-CAEF-8440-8DC5-91DE33185685}">
      <dgm:prSet/>
      <dgm:spPr/>
      <dgm:t>
        <a:bodyPr/>
        <a:lstStyle/>
        <a:p>
          <a:endParaRPr lang="es-MX"/>
        </a:p>
      </dgm:t>
    </dgm:pt>
    <dgm:pt modelId="{73070E4A-517E-764C-8C8C-E11F43B03EFB}">
      <dgm:prSet/>
      <dgm:spPr/>
      <dgm:t>
        <a:bodyPr/>
        <a:lstStyle/>
        <a:p>
          <a:r>
            <a:rPr lang="es-PE" b="0" i="0" baseline="0" dirty="0"/>
            <a:t>Preparar estrategias comerciales. </a:t>
          </a:r>
          <a:endParaRPr lang="es-PE" dirty="0"/>
        </a:p>
      </dgm:t>
    </dgm:pt>
    <dgm:pt modelId="{8952A2A1-8857-DD47-B1B9-7D2A1A9A401F}" type="parTrans" cxnId="{8E8E2D80-9561-974A-9342-CC86B5F9C8F4}">
      <dgm:prSet/>
      <dgm:spPr/>
      <dgm:t>
        <a:bodyPr/>
        <a:lstStyle/>
        <a:p>
          <a:endParaRPr lang="es-MX"/>
        </a:p>
      </dgm:t>
    </dgm:pt>
    <dgm:pt modelId="{B88CE8E3-A4B4-0E41-84E0-4A0E7CDB44FC}" type="sibTrans" cxnId="{8E8E2D80-9561-974A-9342-CC86B5F9C8F4}">
      <dgm:prSet/>
      <dgm:spPr/>
      <dgm:t>
        <a:bodyPr/>
        <a:lstStyle/>
        <a:p>
          <a:endParaRPr lang="es-MX"/>
        </a:p>
      </dgm:t>
    </dgm:pt>
    <dgm:pt modelId="{1895F70E-4D6B-CF47-84E3-8A8D07936F96}">
      <dgm:prSet/>
      <dgm:spPr/>
      <dgm:t>
        <a:bodyPr/>
        <a:lstStyle/>
        <a:p>
          <a:r>
            <a:rPr lang="es-PE" b="0" i="0" baseline="0" dirty="0"/>
            <a:t>Optimizar la asignación de recursos. </a:t>
          </a:r>
          <a:endParaRPr lang="es-PE" dirty="0"/>
        </a:p>
      </dgm:t>
    </dgm:pt>
    <dgm:pt modelId="{2E7935F5-55A1-1D4B-A132-66740103D4A6}" type="parTrans" cxnId="{288A0062-7ED4-D044-95E2-0F21016498E8}">
      <dgm:prSet/>
      <dgm:spPr/>
      <dgm:t>
        <a:bodyPr/>
        <a:lstStyle/>
        <a:p>
          <a:endParaRPr lang="es-MX"/>
        </a:p>
      </dgm:t>
    </dgm:pt>
    <dgm:pt modelId="{0047FCDB-1131-F54E-914F-D22B05F1B08D}" type="sibTrans" cxnId="{288A0062-7ED4-D044-95E2-0F21016498E8}">
      <dgm:prSet/>
      <dgm:spPr/>
      <dgm:t>
        <a:bodyPr/>
        <a:lstStyle/>
        <a:p>
          <a:endParaRPr lang="es-MX"/>
        </a:p>
      </dgm:t>
    </dgm:pt>
    <dgm:pt modelId="{110D808B-713E-2F44-A16B-AB5F89B691A3}">
      <dgm:prSet/>
      <dgm:spPr/>
      <dgm:t>
        <a:bodyPr/>
        <a:lstStyle/>
        <a:p>
          <a:r>
            <a:rPr lang="es-PE" b="0" i="0" baseline="0" dirty="0"/>
            <a:t>El uso de modelos predictivos permite transformar datos históricos en información útil para negocio. </a:t>
          </a:r>
          <a:endParaRPr lang="es-PE" dirty="0"/>
        </a:p>
      </dgm:t>
    </dgm:pt>
    <dgm:pt modelId="{193CCFA4-4240-4D46-8FF2-B83041C3039B}" type="parTrans" cxnId="{6D31C430-28A4-3446-878B-F376F455C70A}">
      <dgm:prSet/>
      <dgm:spPr/>
      <dgm:t>
        <a:bodyPr/>
        <a:lstStyle/>
        <a:p>
          <a:endParaRPr lang="es-MX"/>
        </a:p>
      </dgm:t>
    </dgm:pt>
    <dgm:pt modelId="{94DBA1C9-A126-0247-B3D3-C6D41DA27552}" type="sibTrans" cxnId="{6D31C430-28A4-3446-878B-F376F455C70A}">
      <dgm:prSet/>
      <dgm:spPr/>
      <dgm:t>
        <a:bodyPr/>
        <a:lstStyle/>
        <a:p>
          <a:endParaRPr lang="es-MX"/>
        </a:p>
      </dgm:t>
    </dgm:pt>
    <dgm:pt modelId="{A479A8EC-E353-2E44-BF46-DC2F405D4C6F}">
      <dgm:prSet/>
      <dgm:spPr/>
      <dgm:t>
        <a:bodyPr/>
        <a:lstStyle/>
        <a:p>
          <a:r>
            <a:rPr lang="es-PE" b="0" i="0" baseline="0"/>
            <a:t>Se buscó construir una solución: </a:t>
          </a:r>
          <a:endParaRPr lang="es-PE"/>
        </a:p>
      </dgm:t>
    </dgm:pt>
    <dgm:pt modelId="{7A1537CF-A409-2742-B3CD-9B642D893EE2}" type="parTrans" cxnId="{EE698C58-BFC0-6347-8D51-08A493DD4B05}">
      <dgm:prSet/>
      <dgm:spPr/>
      <dgm:t>
        <a:bodyPr/>
        <a:lstStyle/>
        <a:p>
          <a:endParaRPr lang="es-MX"/>
        </a:p>
      </dgm:t>
    </dgm:pt>
    <dgm:pt modelId="{C3AECCDC-7211-264D-8112-427DCB5D4687}" type="sibTrans" cxnId="{EE698C58-BFC0-6347-8D51-08A493DD4B05}">
      <dgm:prSet/>
      <dgm:spPr/>
      <dgm:t>
        <a:bodyPr/>
        <a:lstStyle/>
        <a:p>
          <a:endParaRPr lang="es-MX"/>
        </a:p>
      </dgm:t>
    </dgm:pt>
    <dgm:pt modelId="{C79B9E55-F944-5F4B-8F91-1AF37FE09E46}">
      <dgm:prSet/>
      <dgm:spPr/>
      <dgm:t>
        <a:bodyPr/>
        <a:lstStyle/>
        <a:p>
          <a:r>
            <a:rPr lang="es-PE" b="0" i="0" baseline="0"/>
            <a:t>Simple. </a:t>
          </a:r>
          <a:endParaRPr lang="es-PE"/>
        </a:p>
      </dgm:t>
    </dgm:pt>
    <dgm:pt modelId="{419FEBA3-FBC7-B144-B638-FD5FA0041BD9}" type="parTrans" cxnId="{67917BCB-D48F-3F43-B299-90B7D8348FBE}">
      <dgm:prSet/>
      <dgm:spPr/>
      <dgm:t>
        <a:bodyPr/>
        <a:lstStyle/>
        <a:p>
          <a:endParaRPr lang="es-MX"/>
        </a:p>
      </dgm:t>
    </dgm:pt>
    <dgm:pt modelId="{4ACEAA8D-A423-8B47-A85E-FA4D2C155CB1}" type="sibTrans" cxnId="{67917BCB-D48F-3F43-B299-90B7D8348FBE}">
      <dgm:prSet/>
      <dgm:spPr/>
      <dgm:t>
        <a:bodyPr/>
        <a:lstStyle/>
        <a:p>
          <a:endParaRPr lang="es-MX"/>
        </a:p>
      </dgm:t>
    </dgm:pt>
    <dgm:pt modelId="{F04EA46F-FC32-1843-A591-8C89918EC04E}">
      <dgm:prSet/>
      <dgm:spPr/>
      <dgm:t>
        <a:bodyPr/>
        <a:lstStyle/>
        <a:p>
          <a:r>
            <a:rPr lang="es-PE" b="0" i="0" baseline="0" dirty="0"/>
            <a:t>Comprensible. </a:t>
          </a:r>
          <a:endParaRPr lang="es-PE" dirty="0"/>
        </a:p>
      </dgm:t>
    </dgm:pt>
    <dgm:pt modelId="{D1E8FA0D-62C0-8C47-BFE7-6E04B59D06EA}" type="parTrans" cxnId="{ADBB9791-0661-0848-BF91-FFF7EF16C6FD}">
      <dgm:prSet/>
      <dgm:spPr/>
      <dgm:t>
        <a:bodyPr/>
        <a:lstStyle/>
        <a:p>
          <a:endParaRPr lang="es-MX"/>
        </a:p>
      </dgm:t>
    </dgm:pt>
    <dgm:pt modelId="{981E1547-FAB1-8D4C-82AA-139056972022}" type="sibTrans" cxnId="{ADBB9791-0661-0848-BF91-FFF7EF16C6FD}">
      <dgm:prSet/>
      <dgm:spPr/>
      <dgm:t>
        <a:bodyPr/>
        <a:lstStyle/>
        <a:p>
          <a:endParaRPr lang="es-MX"/>
        </a:p>
      </dgm:t>
    </dgm:pt>
    <dgm:pt modelId="{CF2415A1-2618-9E4C-881B-41435BAC89C9}">
      <dgm:prSet/>
      <dgm:spPr/>
      <dgm:t>
        <a:bodyPr/>
        <a:lstStyle/>
        <a:p>
          <a:r>
            <a:rPr lang="es-PE" b="0" i="0" baseline="0"/>
            <a:t>Fácil de implementar. </a:t>
          </a:r>
          <a:endParaRPr lang="es-PE"/>
        </a:p>
      </dgm:t>
    </dgm:pt>
    <dgm:pt modelId="{F1F7C959-76FB-E745-AE76-CB36F143B031}" type="parTrans" cxnId="{4F271ACC-B836-CC40-97E8-F7C9E9D81509}">
      <dgm:prSet/>
      <dgm:spPr/>
      <dgm:t>
        <a:bodyPr/>
        <a:lstStyle/>
        <a:p>
          <a:endParaRPr lang="es-MX"/>
        </a:p>
      </dgm:t>
    </dgm:pt>
    <dgm:pt modelId="{3D622C20-869E-2140-975E-89887F6C7131}" type="sibTrans" cxnId="{4F271ACC-B836-CC40-97E8-F7C9E9D81509}">
      <dgm:prSet/>
      <dgm:spPr/>
      <dgm:t>
        <a:bodyPr/>
        <a:lstStyle/>
        <a:p>
          <a:endParaRPr lang="es-MX"/>
        </a:p>
      </dgm:t>
    </dgm:pt>
    <dgm:pt modelId="{02040BBF-CB26-2B4C-B9FC-AF47A8F7E8A3}">
      <dgm:prSet/>
      <dgm:spPr/>
      <dgm:t>
        <a:bodyPr/>
        <a:lstStyle/>
        <a:p>
          <a:r>
            <a:rPr lang="es-PE" b="0" i="0" baseline="0"/>
            <a:t>Escalable a modelos más avanzados.</a:t>
          </a:r>
          <a:endParaRPr lang="es-PE"/>
        </a:p>
      </dgm:t>
    </dgm:pt>
    <dgm:pt modelId="{F68F2D04-BDD3-0A4E-9449-8BE90FAB5EEF}" type="parTrans" cxnId="{A087462D-52BF-6B41-A7CE-2A005372A2E2}">
      <dgm:prSet/>
      <dgm:spPr/>
      <dgm:t>
        <a:bodyPr/>
        <a:lstStyle/>
        <a:p>
          <a:endParaRPr lang="es-MX"/>
        </a:p>
      </dgm:t>
    </dgm:pt>
    <dgm:pt modelId="{9CEA46B5-0366-3841-B846-70CA83F68266}" type="sibTrans" cxnId="{A087462D-52BF-6B41-A7CE-2A005372A2E2}">
      <dgm:prSet/>
      <dgm:spPr/>
      <dgm:t>
        <a:bodyPr/>
        <a:lstStyle/>
        <a:p>
          <a:endParaRPr lang="es-MX"/>
        </a:p>
      </dgm:t>
    </dgm:pt>
    <dgm:pt modelId="{05ECE495-8CAF-4FCD-964A-3736E9D62230}">
      <dgm:prSet phldrT="[Texto]" phldr="0"/>
      <dgm:spPr/>
      <dgm:t>
        <a:bodyPr/>
        <a:lstStyle/>
        <a:p>
          <a:pPr rtl="0"/>
          <a:r>
            <a:rPr lang="es-PE" sz="1400" b="0" i="0" baseline="0" dirty="0">
              <a:latin typeface="Tw Cen MT" panose="020B0602020104020603"/>
            </a:rPr>
            <a:t>Mayo a Octubre 2025</a:t>
          </a:r>
        </a:p>
      </dgm:t>
    </dgm:pt>
    <dgm:pt modelId="{F634502C-ADD5-4C2F-AAF5-EFE6DA8C9E23}" type="parTrans" cxnId="{949394E3-3822-411F-A5D3-6F76F49F8181}">
      <dgm:prSet/>
      <dgm:spPr/>
    </dgm:pt>
    <dgm:pt modelId="{EECE1089-8183-4CAA-8D74-86BAAC164EA7}" type="sibTrans" cxnId="{949394E3-3822-411F-A5D3-6F76F49F8181}">
      <dgm:prSet/>
      <dgm:spPr/>
    </dgm:pt>
    <dgm:pt modelId="{F1FABC65-CBAB-534D-B5F7-42052720B329}" type="pres">
      <dgm:prSet presAssocID="{D85E56D9-C31E-FC40-90ED-AD86620CF6E1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696727FD-700B-FA4D-8C68-50F38EF69C63}" type="pres">
      <dgm:prSet presAssocID="{71EA1AD7-A052-3742-9A09-8308A2EBE3B7}" presName="circle1" presStyleLbl="node1" presStyleIdx="0" presStyleCnt="4"/>
      <dgm:spPr/>
    </dgm:pt>
    <dgm:pt modelId="{6F0971C2-3FCB-3A4B-BF62-1A6E16B4A155}" type="pres">
      <dgm:prSet presAssocID="{71EA1AD7-A052-3742-9A09-8308A2EBE3B7}" presName="space" presStyleCnt="0"/>
      <dgm:spPr/>
    </dgm:pt>
    <dgm:pt modelId="{A10F58CA-5C42-874B-A2F7-1C184A0AC75D}" type="pres">
      <dgm:prSet presAssocID="{71EA1AD7-A052-3742-9A09-8308A2EBE3B7}" presName="rect1" presStyleLbl="alignAcc1" presStyleIdx="0" presStyleCnt="4"/>
      <dgm:spPr/>
    </dgm:pt>
    <dgm:pt modelId="{C10CD78E-F498-5740-A524-F7E78DF72C31}" type="pres">
      <dgm:prSet presAssocID="{70E990FA-9F8B-994E-94BF-9F5EB171887E}" presName="vertSpace2" presStyleLbl="node1" presStyleIdx="0" presStyleCnt="4"/>
      <dgm:spPr/>
    </dgm:pt>
    <dgm:pt modelId="{D3037F47-C5E4-C344-BFC2-1F67EDFC93C4}" type="pres">
      <dgm:prSet presAssocID="{70E990FA-9F8B-994E-94BF-9F5EB171887E}" presName="circle2" presStyleLbl="node1" presStyleIdx="1" presStyleCnt="4"/>
      <dgm:spPr/>
    </dgm:pt>
    <dgm:pt modelId="{65579841-4ADF-EC4E-BCE3-9A2637629F71}" type="pres">
      <dgm:prSet presAssocID="{70E990FA-9F8B-994E-94BF-9F5EB171887E}" presName="rect2" presStyleLbl="alignAcc1" presStyleIdx="1" presStyleCnt="4"/>
      <dgm:spPr/>
    </dgm:pt>
    <dgm:pt modelId="{5C3CA542-C17C-BC4D-A357-9E1ED3F44B35}" type="pres">
      <dgm:prSet presAssocID="{110D808B-713E-2F44-A16B-AB5F89B691A3}" presName="vertSpace3" presStyleLbl="node1" presStyleIdx="1" presStyleCnt="4"/>
      <dgm:spPr/>
    </dgm:pt>
    <dgm:pt modelId="{4C66E6FD-53AB-FB4C-A784-B949391C5111}" type="pres">
      <dgm:prSet presAssocID="{110D808B-713E-2F44-A16B-AB5F89B691A3}" presName="circle3" presStyleLbl="node1" presStyleIdx="2" presStyleCnt="4"/>
      <dgm:spPr/>
    </dgm:pt>
    <dgm:pt modelId="{6D596F1A-2F76-644C-A1DC-AE6E31AD6E0F}" type="pres">
      <dgm:prSet presAssocID="{110D808B-713E-2F44-A16B-AB5F89B691A3}" presName="rect3" presStyleLbl="alignAcc1" presStyleIdx="2" presStyleCnt="4"/>
      <dgm:spPr/>
    </dgm:pt>
    <dgm:pt modelId="{602842E0-B1BC-4C4F-8CFF-E4798C727CBB}" type="pres">
      <dgm:prSet presAssocID="{A479A8EC-E353-2E44-BF46-DC2F405D4C6F}" presName="vertSpace4" presStyleLbl="node1" presStyleIdx="2" presStyleCnt="4"/>
      <dgm:spPr/>
    </dgm:pt>
    <dgm:pt modelId="{F4DE4A95-37FB-4267-BB4C-59E7EC78F599}" type="pres">
      <dgm:prSet presAssocID="{A479A8EC-E353-2E44-BF46-DC2F405D4C6F}" presName="circle4" presStyleLbl="node1" presStyleIdx="3" presStyleCnt="4"/>
      <dgm:spPr/>
    </dgm:pt>
    <dgm:pt modelId="{8F44AB94-720C-4547-B678-359AF71BC54F}" type="pres">
      <dgm:prSet presAssocID="{A479A8EC-E353-2E44-BF46-DC2F405D4C6F}" presName="rect4" presStyleLbl="alignAcc1" presStyleIdx="3" presStyleCnt="4"/>
      <dgm:spPr/>
    </dgm:pt>
    <dgm:pt modelId="{9B20ADC5-ACE5-074F-9AAA-915C660AFEB1}" type="pres">
      <dgm:prSet presAssocID="{71EA1AD7-A052-3742-9A09-8308A2EBE3B7}" presName="rect1ParTx" presStyleLbl="alignAcc1" presStyleIdx="3" presStyleCnt="4">
        <dgm:presLayoutVars>
          <dgm:chMax val="1"/>
          <dgm:bulletEnabled val="1"/>
        </dgm:presLayoutVars>
      </dgm:prSet>
      <dgm:spPr/>
    </dgm:pt>
    <dgm:pt modelId="{43FFAA88-47C3-8A49-BAD7-6282536A13CA}" type="pres">
      <dgm:prSet presAssocID="{71EA1AD7-A052-3742-9A09-8308A2EBE3B7}" presName="rect1ChTx" presStyleLbl="alignAcc1" presStyleIdx="3" presStyleCnt="4">
        <dgm:presLayoutVars>
          <dgm:bulletEnabled val="1"/>
        </dgm:presLayoutVars>
      </dgm:prSet>
      <dgm:spPr/>
    </dgm:pt>
    <dgm:pt modelId="{590C72DD-9C11-5943-8183-CC45EDC74AA1}" type="pres">
      <dgm:prSet presAssocID="{70E990FA-9F8B-994E-94BF-9F5EB171887E}" presName="rect2ParTx" presStyleLbl="alignAcc1" presStyleIdx="3" presStyleCnt="4">
        <dgm:presLayoutVars>
          <dgm:chMax val="1"/>
          <dgm:bulletEnabled val="1"/>
        </dgm:presLayoutVars>
      </dgm:prSet>
      <dgm:spPr/>
    </dgm:pt>
    <dgm:pt modelId="{BBFF07B8-6F26-B84E-A8AB-19D12DFA3057}" type="pres">
      <dgm:prSet presAssocID="{70E990FA-9F8B-994E-94BF-9F5EB171887E}" presName="rect2ChTx" presStyleLbl="alignAcc1" presStyleIdx="3" presStyleCnt="4">
        <dgm:presLayoutVars>
          <dgm:bulletEnabled val="1"/>
        </dgm:presLayoutVars>
      </dgm:prSet>
      <dgm:spPr/>
    </dgm:pt>
    <dgm:pt modelId="{CE6DF527-2442-0A4D-BC35-51781661E854}" type="pres">
      <dgm:prSet presAssocID="{110D808B-713E-2F44-A16B-AB5F89B691A3}" presName="rect3ParTx" presStyleLbl="alignAcc1" presStyleIdx="3" presStyleCnt="4">
        <dgm:presLayoutVars>
          <dgm:chMax val="1"/>
          <dgm:bulletEnabled val="1"/>
        </dgm:presLayoutVars>
      </dgm:prSet>
      <dgm:spPr/>
    </dgm:pt>
    <dgm:pt modelId="{49262429-8B35-2C46-8FF6-31CBF38C001C}" type="pres">
      <dgm:prSet presAssocID="{110D808B-713E-2F44-A16B-AB5F89B691A3}" presName="rect3ChTx" presStyleLbl="alignAcc1" presStyleIdx="3" presStyleCnt="4">
        <dgm:presLayoutVars>
          <dgm:bulletEnabled val="1"/>
        </dgm:presLayoutVars>
      </dgm:prSet>
      <dgm:spPr/>
    </dgm:pt>
    <dgm:pt modelId="{529E497D-CFAF-4626-96FE-4FD6587F3FE7}" type="pres">
      <dgm:prSet presAssocID="{A479A8EC-E353-2E44-BF46-DC2F405D4C6F}" presName="rect4ParTx" presStyleLbl="alignAcc1" presStyleIdx="3" presStyleCnt="4">
        <dgm:presLayoutVars>
          <dgm:chMax val="1"/>
          <dgm:bulletEnabled val="1"/>
        </dgm:presLayoutVars>
      </dgm:prSet>
      <dgm:spPr/>
    </dgm:pt>
    <dgm:pt modelId="{083E20F9-7277-4201-B98F-4A412B09804F}" type="pres">
      <dgm:prSet presAssocID="{A479A8EC-E353-2E44-BF46-DC2F405D4C6F}" presName="rect4ChTx" presStyleLbl="alignAcc1" presStyleIdx="3" presStyleCnt="4">
        <dgm:presLayoutVars>
          <dgm:bulletEnabled val="1"/>
        </dgm:presLayoutVars>
      </dgm:prSet>
      <dgm:spPr/>
    </dgm:pt>
  </dgm:ptLst>
  <dgm:cxnLst>
    <dgm:cxn modelId="{28104B00-5820-4B69-84D7-BCC12FBEFAA0}" type="presOf" srcId="{02040BBF-CB26-2B4C-B9FC-AF47A8F7E8A3}" destId="{083E20F9-7277-4201-B98F-4A412B09804F}" srcOrd="0" destOrd="3" presId="urn:microsoft.com/office/officeart/2005/8/layout/target3"/>
    <dgm:cxn modelId="{E7AFA502-4D71-431D-8431-6067CED6BFB6}" type="presOf" srcId="{F04EA46F-FC32-1843-A591-8C89918EC04E}" destId="{083E20F9-7277-4201-B98F-4A412B09804F}" srcOrd="0" destOrd="1" presId="urn:microsoft.com/office/officeart/2005/8/layout/target3"/>
    <dgm:cxn modelId="{BB2D6A22-483C-47BA-B90D-C0E661EE7BB5}" type="presOf" srcId="{71EA1AD7-A052-3742-9A09-8308A2EBE3B7}" destId="{9B20ADC5-ACE5-074F-9AAA-915C660AFEB1}" srcOrd="1" destOrd="0" presId="urn:microsoft.com/office/officeart/2005/8/layout/target3"/>
    <dgm:cxn modelId="{59CD9C24-8A7D-584E-AC4B-196C1E7DFE5D}" srcId="{D85E56D9-C31E-FC40-90ED-AD86620CF6E1}" destId="{71EA1AD7-A052-3742-9A09-8308A2EBE3B7}" srcOrd="0" destOrd="0" parTransId="{E3FB70CA-EBBC-4F4C-9BD0-183F554D3BB6}" sibTransId="{AC134D8C-C212-C54B-8742-53943BBA48A5}"/>
    <dgm:cxn modelId="{19DEEE24-F314-4266-9277-D17DA5298332}" type="presOf" srcId="{1895F70E-4D6B-CF47-84E3-8A8D07936F96}" destId="{BBFF07B8-6F26-B84E-A8AB-19D12DFA3057}" srcOrd="0" destOrd="3" presId="urn:microsoft.com/office/officeart/2005/8/layout/target3"/>
    <dgm:cxn modelId="{A087462D-52BF-6B41-A7CE-2A005372A2E2}" srcId="{A479A8EC-E353-2E44-BF46-DC2F405D4C6F}" destId="{02040BBF-CB26-2B4C-B9FC-AF47A8F7E8A3}" srcOrd="3" destOrd="0" parTransId="{F68F2D04-BDD3-0A4E-9449-8BE90FAB5EEF}" sibTransId="{9CEA46B5-0366-3841-B846-70CA83F68266}"/>
    <dgm:cxn modelId="{6D31C430-28A4-3446-878B-F376F455C70A}" srcId="{D85E56D9-C31E-FC40-90ED-AD86620CF6E1}" destId="{110D808B-713E-2F44-A16B-AB5F89B691A3}" srcOrd="2" destOrd="0" parTransId="{193CCFA4-4240-4D46-8FF2-B83041C3039B}" sibTransId="{94DBA1C9-A126-0247-B3D3-C6D41DA27552}"/>
    <dgm:cxn modelId="{715B9E37-CAEF-8440-8DC5-91DE33185685}" srcId="{70E990FA-9F8B-994E-94BF-9F5EB171887E}" destId="{F7327F11-85D3-E74B-946F-85F55D5FE629}" srcOrd="1" destOrd="0" parTransId="{4FF7E842-695E-3342-91C7-5DABC3470AB6}" sibTransId="{7C06548F-D2E3-444D-95A5-ED1257FCB5C2}"/>
    <dgm:cxn modelId="{E8999539-CA22-46AF-B542-484B820182C2}" type="presOf" srcId="{71EA1AD7-A052-3742-9A09-8308A2EBE3B7}" destId="{A10F58CA-5C42-874B-A2F7-1C184A0AC75D}" srcOrd="0" destOrd="0" presId="urn:microsoft.com/office/officeart/2005/8/layout/target3"/>
    <dgm:cxn modelId="{E8D5B23D-7D81-4A48-895D-12DDE175582D}" type="presOf" srcId="{A479A8EC-E353-2E44-BF46-DC2F405D4C6F}" destId="{8F44AB94-720C-4547-B678-359AF71BC54F}" srcOrd="0" destOrd="0" presId="urn:microsoft.com/office/officeart/2005/8/layout/target3"/>
    <dgm:cxn modelId="{288A0062-7ED4-D044-95E2-0F21016498E8}" srcId="{70E990FA-9F8B-994E-94BF-9F5EB171887E}" destId="{1895F70E-4D6B-CF47-84E3-8A8D07936F96}" srcOrd="3" destOrd="0" parTransId="{2E7935F5-55A1-1D4B-A132-66740103D4A6}" sibTransId="{0047FCDB-1131-F54E-914F-D22B05F1B08D}"/>
    <dgm:cxn modelId="{514E1947-BD99-4D3F-AADA-05DCA778266F}" type="presOf" srcId="{110D808B-713E-2F44-A16B-AB5F89B691A3}" destId="{CE6DF527-2442-0A4D-BC35-51781661E854}" srcOrd="1" destOrd="0" presId="urn:microsoft.com/office/officeart/2005/8/layout/target3"/>
    <dgm:cxn modelId="{9AD98D68-AF42-4E3C-AAE1-DA7F22480F0E}" type="presOf" srcId="{05ECE495-8CAF-4FCD-964A-3736E9D62230}" destId="{49262429-8B35-2C46-8FF6-31CBF38C001C}" srcOrd="0" destOrd="0" presId="urn:microsoft.com/office/officeart/2005/8/layout/target3"/>
    <dgm:cxn modelId="{2BE9B84C-0639-443B-A898-F972D0AE71D4}" type="presOf" srcId="{C81708D8-6860-344B-8058-9F87B858387B}" destId="{BBFF07B8-6F26-B84E-A8AB-19D12DFA3057}" srcOrd="0" destOrd="0" presId="urn:microsoft.com/office/officeart/2005/8/layout/target3"/>
    <dgm:cxn modelId="{576AAB4D-6DC8-DC47-BC60-CFADF7C2F0FF}" type="presOf" srcId="{D85E56D9-C31E-FC40-90ED-AD86620CF6E1}" destId="{F1FABC65-CBAB-534D-B5F7-42052720B329}" srcOrd="0" destOrd="0" presId="urn:microsoft.com/office/officeart/2005/8/layout/target3"/>
    <dgm:cxn modelId="{EE698C58-BFC0-6347-8D51-08A493DD4B05}" srcId="{D85E56D9-C31E-FC40-90ED-AD86620CF6E1}" destId="{A479A8EC-E353-2E44-BF46-DC2F405D4C6F}" srcOrd="3" destOrd="0" parTransId="{7A1537CF-A409-2742-B3CD-9B642D893EE2}" sibTransId="{C3AECCDC-7211-264D-8112-427DCB5D4687}"/>
    <dgm:cxn modelId="{002C417B-1122-4AD4-A1D4-5EFD27C8A2F3}" type="presOf" srcId="{110D808B-713E-2F44-A16B-AB5F89B691A3}" destId="{6D596F1A-2F76-644C-A1DC-AE6E31AD6E0F}" srcOrd="0" destOrd="0" presId="urn:microsoft.com/office/officeart/2005/8/layout/target3"/>
    <dgm:cxn modelId="{57695E7C-6144-4E53-AC8C-7518B5F1ACAB}" type="presOf" srcId="{C79B9E55-F944-5F4B-8F91-1AF37FE09E46}" destId="{083E20F9-7277-4201-B98F-4A412B09804F}" srcOrd="0" destOrd="0" presId="urn:microsoft.com/office/officeart/2005/8/layout/target3"/>
    <dgm:cxn modelId="{8E8E2D80-9561-974A-9342-CC86B5F9C8F4}" srcId="{70E990FA-9F8B-994E-94BF-9F5EB171887E}" destId="{73070E4A-517E-764C-8C8C-E11F43B03EFB}" srcOrd="2" destOrd="0" parTransId="{8952A2A1-8857-DD47-B1B9-7D2A1A9A401F}" sibTransId="{B88CE8E3-A4B4-0E41-84E0-4A0E7CDB44FC}"/>
    <dgm:cxn modelId="{96513484-7234-428F-B46C-E08BD1D8EFB3}" type="presOf" srcId="{F7327F11-85D3-E74B-946F-85F55D5FE629}" destId="{BBFF07B8-6F26-B84E-A8AB-19D12DFA3057}" srcOrd="0" destOrd="1" presId="urn:microsoft.com/office/officeart/2005/8/layout/target3"/>
    <dgm:cxn modelId="{C9B4C390-1B76-E04A-82AD-A9D6757ADB21}" srcId="{70E990FA-9F8B-994E-94BF-9F5EB171887E}" destId="{C81708D8-6860-344B-8058-9F87B858387B}" srcOrd="0" destOrd="0" parTransId="{7CABF177-83E8-D74B-93A4-A1B8640AB322}" sibTransId="{B903A34A-E8F9-E64D-B52C-66DB20266347}"/>
    <dgm:cxn modelId="{ADBB9791-0661-0848-BF91-FFF7EF16C6FD}" srcId="{A479A8EC-E353-2E44-BF46-DC2F405D4C6F}" destId="{F04EA46F-FC32-1843-A591-8C89918EC04E}" srcOrd="1" destOrd="0" parTransId="{D1E8FA0D-62C0-8C47-BFE7-6E04B59D06EA}" sibTransId="{981E1547-FAB1-8D4C-82AA-139056972022}"/>
    <dgm:cxn modelId="{45BE5C9A-FAD5-4F26-B7BA-244F09106D51}" type="presOf" srcId="{73070E4A-517E-764C-8C8C-E11F43B03EFB}" destId="{BBFF07B8-6F26-B84E-A8AB-19D12DFA3057}" srcOrd="0" destOrd="2" presId="urn:microsoft.com/office/officeart/2005/8/layout/target3"/>
    <dgm:cxn modelId="{4934A79C-DF1C-4739-ADA7-3B1864159068}" type="presOf" srcId="{CF2415A1-2618-9E4C-881B-41435BAC89C9}" destId="{083E20F9-7277-4201-B98F-4A412B09804F}" srcOrd="0" destOrd="2" presId="urn:microsoft.com/office/officeart/2005/8/layout/target3"/>
    <dgm:cxn modelId="{4BD78FC6-1CBA-4ADB-906F-622EC82FD567}" type="presOf" srcId="{A479A8EC-E353-2E44-BF46-DC2F405D4C6F}" destId="{529E497D-CFAF-4626-96FE-4FD6587F3FE7}" srcOrd="1" destOrd="0" presId="urn:microsoft.com/office/officeart/2005/8/layout/target3"/>
    <dgm:cxn modelId="{67917BCB-D48F-3F43-B299-90B7D8348FBE}" srcId="{A479A8EC-E353-2E44-BF46-DC2F405D4C6F}" destId="{C79B9E55-F944-5F4B-8F91-1AF37FE09E46}" srcOrd="0" destOrd="0" parTransId="{419FEBA3-FBC7-B144-B638-FD5FA0041BD9}" sibTransId="{4ACEAA8D-A423-8B47-A85E-FA4D2C155CB1}"/>
    <dgm:cxn modelId="{4F271ACC-B836-CC40-97E8-F7C9E9D81509}" srcId="{A479A8EC-E353-2E44-BF46-DC2F405D4C6F}" destId="{CF2415A1-2618-9E4C-881B-41435BAC89C9}" srcOrd="2" destOrd="0" parTransId="{F1F7C959-76FB-E745-AE76-CB36F143B031}" sibTransId="{3D622C20-869E-2140-975E-89887F6C7131}"/>
    <dgm:cxn modelId="{02143DDE-BB2A-4A92-9D80-60DE545D3511}" type="presOf" srcId="{70E990FA-9F8B-994E-94BF-9F5EB171887E}" destId="{65579841-4ADF-EC4E-BCE3-9A2637629F71}" srcOrd="0" destOrd="0" presId="urn:microsoft.com/office/officeart/2005/8/layout/target3"/>
    <dgm:cxn modelId="{949394E3-3822-411F-A5D3-6F76F49F8181}" srcId="{110D808B-713E-2F44-A16B-AB5F89B691A3}" destId="{05ECE495-8CAF-4FCD-964A-3736E9D62230}" srcOrd="0" destOrd="0" parTransId="{F634502C-ADD5-4C2F-AAF5-EFE6DA8C9E23}" sibTransId="{EECE1089-8183-4CAA-8D74-86BAAC164EA7}"/>
    <dgm:cxn modelId="{A6DFC4F5-F4E9-45A7-908E-6B2C0A1B2046}" type="presOf" srcId="{70E990FA-9F8B-994E-94BF-9F5EB171887E}" destId="{590C72DD-9C11-5943-8183-CC45EDC74AA1}" srcOrd="1" destOrd="0" presId="urn:microsoft.com/office/officeart/2005/8/layout/target3"/>
    <dgm:cxn modelId="{177D4EF6-F3F4-3F43-9F90-123543B4306B}" srcId="{D85E56D9-C31E-FC40-90ED-AD86620CF6E1}" destId="{70E990FA-9F8B-994E-94BF-9F5EB171887E}" srcOrd="1" destOrd="0" parTransId="{798C2F65-C8C1-324E-9BA0-5587A6F026E1}" sibTransId="{3CE02C46-7E96-1949-8230-853498CBCD1B}"/>
    <dgm:cxn modelId="{408622C7-4270-454F-8B59-BC3B2EED78FB}" type="presParOf" srcId="{F1FABC65-CBAB-534D-B5F7-42052720B329}" destId="{696727FD-700B-FA4D-8C68-50F38EF69C63}" srcOrd="0" destOrd="0" presId="urn:microsoft.com/office/officeart/2005/8/layout/target3"/>
    <dgm:cxn modelId="{E96153B3-C6C8-47D2-9674-63348375C757}" type="presParOf" srcId="{F1FABC65-CBAB-534D-B5F7-42052720B329}" destId="{6F0971C2-3FCB-3A4B-BF62-1A6E16B4A155}" srcOrd="1" destOrd="0" presId="urn:microsoft.com/office/officeart/2005/8/layout/target3"/>
    <dgm:cxn modelId="{C7D5D29D-B587-4E2E-B41B-9F1A6EE1120B}" type="presParOf" srcId="{F1FABC65-CBAB-534D-B5F7-42052720B329}" destId="{A10F58CA-5C42-874B-A2F7-1C184A0AC75D}" srcOrd="2" destOrd="0" presId="urn:microsoft.com/office/officeart/2005/8/layout/target3"/>
    <dgm:cxn modelId="{A5A863D8-85A2-4C03-8EF1-69F85C44C5C7}" type="presParOf" srcId="{F1FABC65-CBAB-534D-B5F7-42052720B329}" destId="{C10CD78E-F498-5740-A524-F7E78DF72C31}" srcOrd="3" destOrd="0" presId="urn:microsoft.com/office/officeart/2005/8/layout/target3"/>
    <dgm:cxn modelId="{940AC435-21E5-4709-BA54-04EE788DB4F9}" type="presParOf" srcId="{F1FABC65-CBAB-534D-B5F7-42052720B329}" destId="{D3037F47-C5E4-C344-BFC2-1F67EDFC93C4}" srcOrd="4" destOrd="0" presId="urn:microsoft.com/office/officeart/2005/8/layout/target3"/>
    <dgm:cxn modelId="{A687227B-FAD6-4D02-AD2A-85AB0AB236F5}" type="presParOf" srcId="{F1FABC65-CBAB-534D-B5F7-42052720B329}" destId="{65579841-4ADF-EC4E-BCE3-9A2637629F71}" srcOrd="5" destOrd="0" presId="urn:microsoft.com/office/officeart/2005/8/layout/target3"/>
    <dgm:cxn modelId="{50B70AAE-972B-4D26-A474-3BB1414BC560}" type="presParOf" srcId="{F1FABC65-CBAB-534D-B5F7-42052720B329}" destId="{5C3CA542-C17C-BC4D-A357-9E1ED3F44B35}" srcOrd="6" destOrd="0" presId="urn:microsoft.com/office/officeart/2005/8/layout/target3"/>
    <dgm:cxn modelId="{30ACBF44-A809-4D0F-B29F-184C0D86223F}" type="presParOf" srcId="{F1FABC65-CBAB-534D-B5F7-42052720B329}" destId="{4C66E6FD-53AB-FB4C-A784-B949391C5111}" srcOrd="7" destOrd="0" presId="urn:microsoft.com/office/officeart/2005/8/layout/target3"/>
    <dgm:cxn modelId="{FE1D575D-DFC0-4F48-9CF2-D1F7B94BD830}" type="presParOf" srcId="{F1FABC65-CBAB-534D-B5F7-42052720B329}" destId="{6D596F1A-2F76-644C-A1DC-AE6E31AD6E0F}" srcOrd="8" destOrd="0" presId="urn:microsoft.com/office/officeart/2005/8/layout/target3"/>
    <dgm:cxn modelId="{A787EA2D-A206-4599-8478-2F9EB244776E}" type="presParOf" srcId="{F1FABC65-CBAB-534D-B5F7-42052720B329}" destId="{602842E0-B1BC-4C4F-8CFF-E4798C727CBB}" srcOrd="9" destOrd="0" presId="urn:microsoft.com/office/officeart/2005/8/layout/target3"/>
    <dgm:cxn modelId="{9D694409-8DE1-4529-BA37-5C215E52955D}" type="presParOf" srcId="{F1FABC65-CBAB-534D-B5F7-42052720B329}" destId="{F4DE4A95-37FB-4267-BB4C-59E7EC78F599}" srcOrd="10" destOrd="0" presId="urn:microsoft.com/office/officeart/2005/8/layout/target3"/>
    <dgm:cxn modelId="{5A01E8DF-0E30-4F48-9B0C-C2EC5FA2BE7D}" type="presParOf" srcId="{F1FABC65-CBAB-534D-B5F7-42052720B329}" destId="{8F44AB94-720C-4547-B678-359AF71BC54F}" srcOrd="11" destOrd="0" presId="urn:microsoft.com/office/officeart/2005/8/layout/target3"/>
    <dgm:cxn modelId="{66AE23D9-DA24-4279-B02F-7DD0BDD014D2}" type="presParOf" srcId="{F1FABC65-CBAB-534D-B5F7-42052720B329}" destId="{9B20ADC5-ACE5-074F-9AAA-915C660AFEB1}" srcOrd="12" destOrd="0" presId="urn:microsoft.com/office/officeart/2005/8/layout/target3"/>
    <dgm:cxn modelId="{3D3AB3E8-D633-479F-956A-1E18578AD730}" type="presParOf" srcId="{F1FABC65-CBAB-534D-B5F7-42052720B329}" destId="{43FFAA88-47C3-8A49-BAD7-6282536A13CA}" srcOrd="13" destOrd="0" presId="urn:microsoft.com/office/officeart/2005/8/layout/target3"/>
    <dgm:cxn modelId="{7A346BA5-8E79-437C-9DFC-48E327E3BD77}" type="presParOf" srcId="{F1FABC65-CBAB-534D-B5F7-42052720B329}" destId="{590C72DD-9C11-5943-8183-CC45EDC74AA1}" srcOrd="14" destOrd="0" presId="urn:microsoft.com/office/officeart/2005/8/layout/target3"/>
    <dgm:cxn modelId="{DBC4E446-86AA-43A0-8121-F6BC937BA259}" type="presParOf" srcId="{F1FABC65-CBAB-534D-B5F7-42052720B329}" destId="{BBFF07B8-6F26-B84E-A8AB-19D12DFA3057}" srcOrd="15" destOrd="0" presId="urn:microsoft.com/office/officeart/2005/8/layout/target3"/>
    <dgm:cxn modelId="{10E59911-4A8E-41CC-B34A-B067ADD71A75}" type="presParOf" srcId="{F1FABC65-CBAB-534D-B5F7-42052720B329}" destId="{CE6DF527-2442-0A4D-BC35-51781661E854}" srcOrd="16" destOrd="0" presId="urn:microsoft.com/office/officeart/2005/8/layout/target3"/>
    <dgm:cxn modelId="{05568D42-024C-4A65-9BAB-790D644BDD5F}" type="presParOf" srcId="{F1FABC65-CBAB-534D-B5F7-42052720B329}" destId="{49262429-8B35-2C46-8FF6-31CBF38C001C}" srcOrd="17" destOrd="0" presId="urn:microsoft.com/office/officeart/2005/8/layout/target3"/>
    <dgm:cxn modelId="{3669E8A5-DF68-4D68-81E7-3C2EF28DDA30}" type="presParOf" srcId="{F1FABC65-CBAB-534D-B5F7-42052720B329}" destId="{529E497D-CFAF-4626-96FE-4FD6587F3FE7}" srcOrd="18" destOrd="0" presId="urn:microsoft.com/office/officeart/2005/8/layout/target3"/>
    <dgm:cxn modelId="{AB790239-5399-48F5-B49F-0880411EC444}" type="presParOf" srcId="{F1FABC65-CBAB-534D-B5F7-42052720B329}" destId="{083E20F9-7277-4201-B98F-4A412B09804F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321822-64BD-3E40-BB0F-A12288D5B339}" type="doc">
      <dgm:prSet loTypeId="urn:microsoft.com/office/officeart/2005/8/layout/chevron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D73205AA-FADF-5E4E-8CD4-1BBCD35F76C5}">
      <dgm:prSet phldrT="[Texto]"/>
      <dgm:spPr/>
      <dgm:t>
        <a:bodyPr/>
        <a:lstStyle/>
        <a:p>
          <a:r>
            <a:rPr lang="es-MX" dirty="0"/>
            <a:t>AS-IS</a:t>
          </a:r>
        </a:p>
      </dgm:t>
    </dgm:pt>
    <dgm:pt modelId="{A072125C-1E17-8A46-B7DC-1C15E8DE5CCA}" type="parTrans" cxnId="{CF73577C-FA75-744E-9D46-2B22D5CB913A}">
      <dgm:prSet/>
      <dgm:spPr/>
      <dgm:t>
        <a:bodyPr/>
        <a:lstStyle/>
        <a:p>
          <a:endParaRPr lang="es-MX"/>
        </a:p>
      </dgm:t>
    </dgm:pt>
    <dgm:pt modelId="{7E50C7F2-A59A-AB4C-9C95-CE60D60EBE3D}" type="sibTrans" cxnId="{CF73577C-FA75-744E-9D46-2B22D5CB913A}">
      <dgm:prSet/>
      <dgm:spPr/>
      <dgm:t>
        <a:bodyPr/>
        <a:lstStyle/>
        <a:p>
          <a:endParaRPr lang="es-MX"/>
        </a:p>
      </dgm:t>
    </dgm:pt>
    <dgm:pt modelId="{59242CB2-CAB3-5E4A-9ECD-49ED466B8EC3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PE" dirty="0"/>
            <a:t>La gestión de renovación de personal se realiza de manera reactiva.</a:t>
          </a:r>
          <a:endParaRPr lang="es-MX" dirty="0"/>
        </a:p>
      </dgm:t>
    </dgm:pt>
    <dgm:pt modelId="{ED913E58-046B-754A-87E3-4E66549274FA}" type="parTrans" cxnId="{71A0E771-497D-5440-8CDC-02A6A9BABD5F}">
      <dgm:prSet/>
      <dgm:spPr/>
      <dgm:t>
        <a:bodyPr/>
        <a:lstStyle/>
        <a:p>
          <a:endParaRPr lang="es-MX"/>
        </a:p>
      </dgm:t>
    </dgm:pt>
    <dgm:pt modelId="{296D501C-F983-C34B-BC10-DB773AC38B5C}" type="sibTrans" cxnId="{71A0E771-497D-5440-8CDC-02A6A9BABD5F}">
      <dgm:prSet/>
      <dgm:spPr/>
      <dgm:t>
        <a:bodyPr/>
        <a:lstStyle/>
        <a:p>
          <a:endParaRPr lang="es-MX"/>
        </a:p>
      </dgm:t>
    </dgm:pt>
    <dgm:pt modelId="{6BE0BED7-26B0-014C-B68C-7C964401FF9F}">
      <dgm:prSet phldrT="[Texto]"/>
      <dgm:spPr/>
      <dgm:t>
        <a:bodyPr/>
        <a:lstStyle/>
        <a:p>
          <a:r>
            <a:rPr lang="es-MX" dirty="0"/>
            <a:t>TO-BE</a:t>
          </a:r>
        </a:p>
      </dgm:t>
    </dgm:pt>
    <dgm:pt modelId="{8C6C8A06-D8F9-C142-8981-59D71573E884}" type="parTrans" cxnId="{130AC5CF-646C-9548-A507-FFEEDAF96DB1}">
      <dgm:prSet/>
      <dgm:spPr/>
      <dgm:t>
        <a:bodyPr/>
        <a:lstStyle/>
        <a:p>
          <a:endParaRPr lang="es-MX"/>
        </a:p>
      </dgm:t>
    </dgm:pt>
    <dgm:pt modelId="{C7ADFE1C-CD5A-7F4D-99D5-620346463129}" type="sibTrans" cxnId="{130AC5CF-646C-9548-A507-FFEEDAF96DB1}">
      <dgm:prSet/>
      <dgm:spPr/>
      <dgm:t>
        <a:bodyPr/>
        <a:lstStyle/>
        <a:p>
          <a:endParaRPr lang="es-MX"/>
        </a:p>
      </dgm:t>
    </dgm:pt>
    <dgm:pt modelId="{E21A9155-CA8B-9148-9345-19EEC219E0C6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PE" dirty="0"/>
            <a:t>Implementación de un modelo predictivo para anticipar tendencias de no renovación o salida de personal. </a:t>
          </a:r>
          <a:endParaRPr lang="es-MX" dirty="0"/>
        </a:p>
      </dgm:t>
    </dgm:pt>
    <dgm:pt modelId="{C5BD928A-BFD3-F548-86E3-D2879094B8C0}" type="parTrans" cxnId="{C7B37F8D-93AE-5945-99CC-08CB944E84D3}">
      <dgm:prSet/>
      <dgm:spPr/>
      <dgm:t>
        <a:bodyPr/>
        <a:lstStyle/>
        <a:p>
          <a:endParaRPr lang="es-MX"/>
        </a:p>
      </dgm:t>
    </dgm:pt>
    <dgm:pt modelId="{DA14F8D6-F18D-674D-ABAD-368922E99B50}" type="sibTrans" cxnId="{C7B37F8D-93AE-5945-99CC-08CB944E84D3}">
      <dgm:prSet/>
      <dgm:spPr/>
      <dgm:t>
        <a:bodyPr/>
        <a:lstStyle/>
        <a:p>
          <a:endParaRPr lang="es-MX"/>
        </a:p>
      </dgm:t>
    </dgm:pt>
    <dgm:pt modelId="{2E667082-84F0-DA46-A636-82E8DBA1CB33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PE" dirty="0"/>
            <a:t>No existe un sistema predictivo que anticipe posibles pérdidas de clientes o proyectos.</a:t>
          </a:r>
          <a:endParaRPr lang="es-MX" dirty="0"/>
        </a:p>
      </dgm:t>
    </dgm:pt>
    <dgm:pt modelId="{90274D07-A9EF-784E-A3AD-FE7C5FABB83A}" type="parTrans" cxnId="{41EE6F23-C70C-8E41-A7F3-5CCEC00AD65B}">
      <dgm:prSet/>
      <dgm:spPr/>
      <dgm:t>
        <a:bodyPr/>
        <a:lstStyle/>
        <a:p>
          <a:endParaRPr lang="es-MX"/>
        </a:p>
      </dgm:t>
    </dgm:pt>
    <dgm:pt modelId="{E3C5CDC6-E987-3843-B2C7-9EB4584F3A52}" type="sibTrans" cxnId="{41EE6F23-C70C-8E41-A7F3-5CCEC00AD65B}">
      <dgm:prSet/>
      <dgm:spPr/>
      <dgm:t>
        <a:bodyPr/>
        <a:lstStyle/>
        <a:p>
          <a:endParaRPr lang="es-MX"/>
        </a:p>
      </dgm:t>
    </dgm:pt>
    <dgm:pt modelId="{17FB8913-62F0-CC4B-809D-2430E5327258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PE" dirty="0"/>
            <a:t>Las decisiones dependen principalmente de revisiones manuales y experiencia del equipo de RRHH.</a:t>
          </a:r>
          <a:endParaRPr lang="es-MX" dirty="0"/>
        </a:p>
      </dgm:t>
    </dgm:pt>
    <dgm:pt modelId="{BCEA6C5D-A002-5941-A219-BD0F7C191ACD}" type="parTrans" cxnId="{8A1F4009-B81D-4F45-BE2F-6BBB1BE8A94F}">
      <dgm:prSet/>
      <dgm:spPr/>
      <dgm:t>
        <a:bodyPr/>
        <a:lstStyle/>
        <a:p>
          <a:endParaRPr lang="es-MX"/>
        </a:p>
      </dgm:t>
    </dgm:pt>
    <dgm:pt modelId="{68D3AC3F-D8CA-6541-9D78-32846EF475E8}" type="sibTrans" cxnId="{8A1F4009-B81D-4F45-BE2F-6BBB1BE8A94F}">
      <dgm:prSet/>
      <dgm:spPr/>
      <dgm:t>
        <a:bodyPr/>
        <a:lstStyle/>
        <a:p>
          <a:endParaRPr lang="es-MX"/>
        </a:p>
      </dgm:t>
    </dgm:pt>
    <dgm:pt modelId="{A8CB8D12-2A05-2644-B027-64C7AFEB06A0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PE" dirty="0"/>
            <a:t>La información histórica no se aprovecha para generar proyecciones futuras.</a:t>
          </a:r>
          <a:endParaRPr lang="es-MX" dirty="0"/>
        </a:p>
      </dgm:t>
    </dgm:pt>
    <dgm:pt modelId="{E381C936-67FC-5548-AADB-39FF7B3433DA}" type="parTrans" cxnId="{7CBD6FE0-1AD1-BE4B-9E37-48E79855A3E2}">
      <dgm:prSet/>
      <dgm:spPr/>
      <dgm:t>
        <a:bodyPr/>
        <a:lstStyle/>
        <a:p>
          <a:endParaRPr lang="es-MX"/>
        </a:p>
      </dgm:t>
    </dgm:pt>
    <dgm:pt modelId="{A856E8E5-3540-404B-990B-B1941AC0B7CC}" type="sibTrans" cxnId="{7CBD6FE0-1AD1-BE4B-9E37-48E79855A3E2}">
      <dgm:prSet/>
      <dgm:spPr/>
      <dgm:t>
        <a:bodyPr/>
        <a:lstStyle/>
        <a:p>
          <a:endParaRPr lang="es-MX"/>
        </a:p>
      </dgm:t>
    </dgm:pt>
    <dgm:pt modelId="{15CCE5C5-F1F9-9C4B-BC6F-56D03ECEA2B6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PE" dirty="0"/>
            <a:t>La identificación de riesgos ocurre cuando el personal ya decidió no continuar.</a:t>
          </a:r>
          <a:endParaRPr lang="es-MX" dirty="0"/>
        </a:p>
      </dgm:t>
    </dgm:pt>
    <dgm:pt modelId="{C6EFD1DD-06E6-A642-A457-5EF194202BC0}" type="parTrans" cxnId="{BE02F5E8-7F8D-334D-A06F-B91B465379D5}">
      <dgm:prSet/>
      <dgm:spPr/>
      <dgm:t>
        <a:bodyPr/>
        <a:lstStyle/>
        <a:p>
          <a:endParaRPr lang="es-MX"/>
        </a:p>
      </dgm:t>
    </dgm:pt>
    <dgm:pt modelId="{A826B84D-D674-4348-A826-0C8063095EE5}" type="sibTrans" cxnId="{BE02F5E8-7F8D-334D-A06F-B91B465379D5}">
      <dgm:prSet/>
      <dgm:spPr/>
      <dgm:t>
        <a:bodyPr/>
        <a:lstStyle/>
        <a:p>
          <a:endParaRPr lang="es-MX"/>
        </a:p>
      </dgm:t>
    </dgm:pt>
    <dgm:pt modelId="{5ED053BA-4DB6-BE46-B6B1-34FAA1D6816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PE" dirty="0"/>
            <a:t>Uso de analítica y Machine Learning para apoyar decisiones estratégicas de la consultora. </a:t>
          </a:r>
        </a:p>
      </dgm:t>
    </dgm:pt>
    <dgm:pt modelId="{CE5588F7-C274-434B-ACDB-39052CA943C5}" type="parTrans" cxnId="{029DDB65-295B-D641-A58B-2A5541104B1F}">
      <dgm:prSet/>
      <dgm:spPr/>
      <dgm:t>
        <a:bodyPr/>
        <a:lstStyle/>
        <a:p>
          <a:endParaRPr lang="es-MX"/>
        </a:p>
      </dgm:t>
    </dgm:pt>
    <dgm:pt modelId="{430FEAF7-8B4F-534E-B179-4CBFA5C3AAD8}" type="sibTrans" cxnId="{029DDB65-295B-D641-A58B-2A5541104B1F}">
      <dgm:prSet/>
      <dgm:spPr/>
      <dgm:t>
        <a:bodyPr/>
        <a:lstStyle/>
        <a:p>
          <a:endParaRPr lang="es-MX"/>
        </a:p>
      </dgm:t>
    </dgm:pt>
    <dgm:pt modelId="{93D99D37-BFB2-3045-8230-B0E18EFBBEA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PE" dirty="0"/>
            <a:t>Monitoreo continuo del comportamiento histórico de colaboradores. </a:t>
          </a:r>
        </a:p>
      </dgm:t>
    </dgm:pt>
    <dgm:pt modelId="{FC5193BD-33F2-DB47-89F2-F5C3235F4572}" type="parTrans" cxnId="{50A5138B-1CDA-A341-9551-FF3F5DC54741}">
      <dgm:prSet/>
      <dgm:spPr/>
      <dgm:t>
        <a:bodyPr/>
        <a:lstStyle/>
        <a:p>
          <a:endParaRPr lang="es-MX"/>
        </a:p>
      </dgm:t>
    </dgm:pt>
    <dgm:pt modelId="{47917E10-A220-7F40-99D3-D37708701D9D}" type="sibTrans" cxnId="{50A5138B-1CDA-A341-9551-FF3F5DC54741}">
      <dgm:prSet/>
      <dgm:spPr/>
      <dgm:t>
        <a:bodyPr/>
        <a:lstStyle/>
        <a:p>
          <a:endParaRPr lang="es-MX"/>
        </a:p>
      </dgm:t>
    </dgm:pt>
    <dgm:pt modelId="{A67F0CA9-62E0-9A47-897B-407CCF03756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PE" dirty="0"/>
            <a:t>Generación automática de predicciones y visualizaciones. </a:t>
          </a:r>
        </a:p>
      </dgm:t>
    </dgm:pt>
    <dgm:pt modelId="{676D6C14-3F13-7949-922D-035762AD5A72}" type="parTrans" cxnId="{B05E62FA-9E1B-4D43-B1D7-F181F5A50326}">
      <dgm:prSet/>
      <dgm:spPr/>
      <dgm:t>
        <a:bodyPr/>
        <a:lstStyle/>
        <a:p>
          <a:endParaRPr lang="es-MX"/>
        </a:p>
      </dgm:t>
    </dgm:pt>
    <dgm:pt modelId="{ED5A656C-32E3-F348-BBB1-82F4D810DEB5}" type="sibTrans" cxnId="{B05E62FA-9E1B-4D43-B1D7-F181F5A50326}">
      <dgm:prSet/>
      <dgm:spPr/>
      <dgm:t>
        <a:bodyPr/>
        <a:lstStyle/>
        <a:p>
          <a:endParaRPr lang="es-MX"/>
        </a:p>
      </dgm:t>
    </dgm:pt>
    <dgm:pt modelId="{FA699B2A-3977-6A4D-BAB2-557D8D168B13}" type="pres">
      <dgm:prSet presAssocID="{58321822-64BD-3E40-BB0F-A12288D5B339}" presName="linearFlow" presStyleCnt="0">
        <dgm:presLayoutVars>
          <dgm:dir/>
          <dgm:animLvl val="lvl"/>
          <dgm:resizeHandles val="exact"/>
        </dgm:presLayoutVars>
      </dgm:prSet>
      <dgm:spPr/>
    </dgm:pt>
    <dgm:pt modelId="{34BC75D7-8681-FF4A-AAA1-8F7C45CCF288}" type="pres">
      <dgm:prSet presAssocID="{D73205AA-FADF-5E4E-8CD4-1BBCD35F76C5}" presName="composite" presStyleCnt="0"/>
      <dgm:spPr/>
    </dgm:pt>
    <dgm:pt modelId="{F3BA912B-48E2-844E-9E79-8FD88CE5A94D}" type="pres">
      <dgm:prSet presAssocID="{D73205AA-FADF-5E4E-8CD4-1BBCD35F76C5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031182FB-EF2D-004D-BF81-4C7CA15E4D73}" type="pres">
      <dgm:prSet presAssocID="{D73205AA-FADF-5E4E-8CD4-1BBCD35F76C5}" presName="descendantText" presStyleLbl="alignAcc1" presStyleIdx="0" presStyleCnt="2">
        <dgm:presLayoutVars>
          <dgm:bulletEnabled val="1"/>
        </dgm:presLayoutVars>
      </dgm:prSet>
      <dgm:spPr/>
    </dgm:pt>
    <dgm:pt modelId="{2977F9CB-88B4-8A4F-B514-17822E12F32C}" type="pres">
      <dgm:prSet presAssocID="{7E50C7F2-A59A-AB4C-9C95-CE60D60EBE3D}" presName="sp" presStyleCnt="0"/>
      <dgm:spPr/>
    </dgm:pt>
    <dgm:pt modelId="{7286B2E4-C937-8A4D-B8FA-A7A4367E47EB}" type="pres">
      <dgm:prSet presAssocID="{6BE0BED7-26B0-014C-B68C-7C964401FF9F}" presName="composite" presStyleCnt="0"/>
      <dgm:spPr/>
    </dgm:pt>
    <dgm:pt modelId="{DBDC5E11-63CF-7841-A095-E6B597600DC3}" type="pres">
      <dgm:prSet presAssocID="{6BE0BED7-26B0-014C-B68C-7C964401FF9F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5C0E7401-A550-4D47-9D31-04E487496AFC}" type="pres">
      <dgm:prSet presAssocID="{6BE0BED7-26B0-014C-B68C-7C964401FF9F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E1E9D202-B259-B649-AE17-886BE52FCF39}" type="presOf" srcId="{17FB8913-62F0-CC4B-809D-2430E5327258}" destId="{031182FB-EF2D-004D-BF81-4C7CA15E4D73}" srcOrd="0" destOrd="2" presId="urn:microsoft.com/office/officeart/2005/8/layout/chevron2"/>
    <dgm:cxn modelId="{8A1F4009-B81D-4F45-BE2F-6BBB1BE8A94F}" srcId="{D73205AA-FADF-5E4E-8CD4-1BBCD35F76C5}" destId="{17FB8913-62F0-CC4B-809D-2430E5327258}" srcOrd="2" destOrd="0" parTransId="{BCEA6C5D-A002-5941-A219-BD0F7C191ACD}" sibTransId="{68D3AC3F-D8CA-6541-9D78-32846EF475E8}"/>
    <dgm:cxn modelId="{4C33560E-417B-9848-8531-73706E4029DC}" type="presOf" srcId="{6BE0BED7-26B0-014C-B68C-7C964401FF9F}" destId="{DBDC5E11-63CF-7841-A095-E6B597600DC3}" srcOrd="0" destOrd="0" presId="urn:microsoft.com/office/officeart/2005/8/layout/chevron2"/>
    <dgm:cxn modelId="{E06F9110-40C7-8443-B0FE-F77BEE10FBBA}" type="presOf" srcId="{5ED053BA-4DB6-BE46-B6B1-34FAA1D68163}" destId="{5C0E7401-A550-4D47-9D31-04E487496AFC}" srcOrd="0" destOrd="1" presId="urn:microsoft.com/office/officeart/2005/8/layout/chevron2"/>
    <dgm:cxn modelId="{FAE78618-F87C-0344-AC8C-E1F100F88D2C}" type="presOf" srcId="{2E667082-84F0-DA46-A636-82E8DBA1CB33}" destId="{031182FB-EF2D-004D-BF81-4C7CA15E4D73}" srcOrd="0" destOrd="1" presId="urn:microsoft.com/office/officeart/2005/8/layout/chevron2"/>
    <dgm:cxn modelId="{41EE6F23-C70C-8E41-A7F3-5CCEC00AD65B}" srcId="{D73205AA-FADF-5E4E-8CD4-1BBCD35F76C5}" destId="{2E667082-84F0-DA46-A636-82E8DBA1CB33}" srcOrd="1" destOrd="0" parTransId="{90274D07-A9EF-784E-A3AD-FE7C5FABB83A}" sibTransId="{E3C5CDC6-E987-3843-B2C7-9EB4584F3A52}"/>
    <dgm:cxn modelId="{DB48692B-C349-BD49-96C6-0A0892A6B24B}" type="presOf" srcId="{58321822-64BD-3E40-BB0F-A12288D5B339}" destId="{FA699B2A-3977-6A4D-BAB2-557D8D168B13}" srcOrd="0" destOrd="0" presId="urn:microsoft.com/office/officeart/2005/8/layout/chevron2"/>
    <dgm:cxn modelId="{FD678A65-AE3E-054F-82FA-375BACD387B0}" type="presOf" srcId="{E21A9155-CA8B-9148-9345-19EEC219E0C6}" destId="{5C0E7401-A550-4D47-9D31-04E487496AFC}" srcOrd="0" destOrd="0" presId="urn:microsoft.com/office/officeart/2005/8/layout/chevron2"/>
    <dgm:cxn modelId="{029DDB65-295B-D641-A58B-2A5541104B1F}" srcId="{6BE0BED7-26B0-014C-B68C-7C964401FF9F}" destId="{5ED053BA-4DB6-BE46-B6B1-34FAA1D68163}" srcOrd="1" destOrd="0" parTransId="{CE5588F7-C274-434B-ACDB-39052CA943C5}" sibTransId="{430FEAF7-8B4F-534E-B179-4CBFA5C3AAD8}"/>
    <dgm:cxn modelId="{71A0E771-497D-5440-8CDC-02A6A9BABD5F}" srcId="{D73205AA-FADF-5E4E-8CD4-1BBCD35F76C5}" destId="{59242CB2-CAB3-5E4A-9ECD-49ED466B8EC3}" srcOrd="0" destOrd="0" parTransId="{ED913E58-046B-754A-87E3-4E66549274FA}" sibTransId="{296D501C-F983-C34B-BC10-DB773AC38B5C}"/>
    <dgm:cxn modelId="{123BDA52-6CA1-9345-941B-5270FC0793E0}" type="presOf" srcId="{15CCE5C5-F1F9-9C4B-BC6F-56D03ECEA2B6}" destId="{031182FB-EF2D-004D-BF81-4C7CA15E4D73}" srcOrd="0" destOrd="4" presId="urn:microsoft.com/office/officeart/2005/8/layout/chevron2"/>
    <dgm:cxn modelId="{590AB556-F759-934E-AED9-BAA75B4F31D3}" type="presOf" srcId="{A8CB8D12-2A05-2644-B027-64C7AFEB06A0}" destId="{031182FB-EF2D-004D-BF81-4C7CA15E4D73}" srcOrd="0" destOrd="3" presId="urn:microsoft.com/office/officeart/2005/8/layout/chevron2"/>
    <dgm:cxn modelId="{CF73577C-FA75-744E-9D46-2B22D5CB913A}" srcId="{58321822-64BD-3E40-BB0F-A12288D5B339}" destId="{D73205AA-FADF-5E4E-8CD4-1BBCD35F76C5}" srcOrd="0" destOrd="0" parTransId="{A072125C-1E17-8A46-B7DC-1C15E8DE5CCA}" sibTransId="{7E50C7F2-A59A-AB4C-9C95-CE60D60EBE3D}"/>
    <dgm:cxn modelId="{8FC82782-6971-264C-B516-6FA880A7C3B4}" type="presOf" srcId="{93D99D37-BFB2-3045-8230-B0E18EFBBEA2}" destId="{5C0E7401-A550-4D47-9D31-04E487496AFC}" srcOrd="0" destOrd="2" presId="urn:microsoft.com/office/officeart/2005/8/layout/chevron2"/>
    <dgm:cxn modelId="{50A5138B-1CDA-A341-9551-FF3F5DC54741}" srcId="{6BE0BED7-26B0-014C-B68C-7C964401FF9F}" destId="{93D99D37-BFB2-3045-8230-B0E18EFBBEA2}" srcOrd="2" destOrd="0" parTransId="{FC5193BD-33F2-DB47-89F2-F5C3235F4572}" sibTransId="{47917E10-A220-7F40-99D3-D37708701D9D}"/>
    <dgm:cxn modelId="{C7B37F8D-93AE-5945-99CC-08CB944E84D3}" srcId="{6BE0BED7-26B0-014C-B68C-7C964401FF9F}" destId="{E21A9155-CA8B-9148-9345-19EEC219E0C6}" srcOrd="0" destOrd="0" parTransId="{C5BD928A-BFD3-F548-86E3-D2879094B8C0}" sibTransId="{DA14F8D6-F18D-674D-ABAD-368922E99B50}"/>
    <dgm:cxn modelId="{BD5CD29E-9B18-7043-9A6A-EAE3EA718695}" type="presOf" srcId="{59242CB2-CAB3-5E4A-9ECD-49ED466B8EC3}" destId="{031182FB-EF2D-004D-BF81-4C7CA15E4D73}" srcOrd="0" destOrd="0" presId="urn:microsoft.com/office/officeart/2005/8/layout/chevron2"/>
    <dgm:cxn modelId="{B22730C4-DC6E-494B-8534-234D713BF8CE}" type="presOf" srcId="{A67F0CA9-62E0-9A47-897B-407CCF037562}" destId="{5C0E7401-A550-4D47-9D31-04E487496AFC}" srcOrd="0" destOrd="3" presId="urn:microsoft.com/office/officeart/2005/8/layout/chevron2"/>
    <dgm:cxn modelId="{F1F296CE-FB31-7546-ACB1-DBC9BA3EAC15}" type="presOf" srcId="{D73205AA-FADF-5E4E-8CD4-1BBCD35F76C5}" destId="{F3BA912B-48E2-844E-9E79-8FD88CE5A94D}" srcOrd="0" destOrd="0" presId="urn:microsoft.com/office/officeart/2005/8/layout/chevron2"/>
    <dgm:cxn modelId="{130AC5CF-646C-9548-A507-FFEEDAF96DB1}" srcId="{58321822-64BD-3E40-BB0F-A12288D5B339}" destId="{6BE0BED7-26B0-014C-B68C-7C964401FF9F}" srcOrd="1" destOrd="0" parTransId="{8C6C8A06-D8F9-C142-8981-59D71573E884}" sibTransId="{C7ADFE1C-CD5A-7F4D-99D5-620346463129}"/>
    <dgm:cxn modelId="{7CBD6FE0-1AD1-BE4B-9E37-48E79855A3E2}" srcId="{D73205AA-FADF-5E4E-8CD4-1BBCD35F76C5}" destId="{A8CB8D12-2A05-2644-B027-64C7AFEB06A0}" srcOrd="3" destOrd="0" parTransId="{E381C936-67FC-5548-AADB-39FF7B3433DA}" sibTransId="{A856E8E5-3540-404B-990B-B1941AC0B7CC}"/>
    <dgm:cxn modelId="{BE02F5E8-7F8D-334D-A06F-B91B465379D5}" srcId="{D73205AA-FADF-5E4E-8CD4-1BBCD35F76C5}" destId="{15CCE5C5-F1F9-9C4B-BC6F-56D03ECEA2B6}" srcOrd="4" destOrd="0" parTransId="{C6EFD1DD-06E6-A642-A457-5EF194202BC0}" sibTransId="{A826B84D-D674-4348-A826-0C8063095EE5}"/>
    <dgm:cxn modelId="{B05E62FA-9E1B-4D43-B1D7-F181F5A50326}" srcId="{6BE0BED7-26B0-014C-B68C-7C964401FF9F}" destId="{A67F0CA9-62E0-9A47-897B-407CCF037562}" srcOrd="3" destOrd="0" parTransId="{676D6C14-3F13-7949-922D-035762AD5A72}" sibTransId="{ED5A656C-32E3-F348-BBB1-82F4D810DEB5}"/>
    <dgm:cxn modelId="{9032E3A0-4DD1-2D41-9F48-097AC4A8EB13}" type="presParOf" srcId="{FA699B2A-3977-6A4D-BAB2-557D8D168B13}" destId="{34BC75D7-8681-FF4A-AAA1-8F7C45CCF288}" srcOrd="0" destOrd="0" presId="urn:microsoft.com/office/officeart/2005/8/layout/chevron2"/>
    <dgm:cxn modelId="{90892547-6EAD-8F4C-A7F5-8A0183DA6CD4}" type="presParOf" srcId="{34BC75D7-8681-FF4A-AAA1-8F7C45CCF288}" destId="{F3BA912B-48E2-844E-9E79-8FD88CE5A94D}" srcOrd="0" destOrd="0" presId="urn:microsoft.com/office/officeart/2005/8/layout/chevron2"/>
    <dgm:cxn modelId="{3DB9911C-6DAB-0C45-8BC7-3CF60AA45DB3}" type="presParOf" srcId="{34BC75D7-8681-FF4A-AAA1-8F7C45CCF288}" destId="{031182FB-EF2D-004D-BF81-4C7CA15E4D73}" srcOrd="1" destOrd="0" presId="urn:microsoft.com/office/officeart/2005/8/layout/chevron2"/>
    <dgm:cxn modelId="{9A877F68-C2F0-6C4A-89D4-C324941625ED}" type="presParOf" srcId="{FA699B2A-3977-6A4D-BAB2-557D8D168B13}" destId="{2977F9CB-88B4-8A4F-B514-17822E12F32C}" srcOrd="1" destOrd="0" presId="urn:microsoft.com/office/officeart/2005/8/layout/chevron2"/>
    <dgm:cxn modelId="{124CF85E-67F2-0F4C-B13A-A3677D5BC4A5}" type="presParOf" srcId="{FA699B2A-3977-6A4D-BAB2-557D8D168B13}" destId="{7286B2E4-C937-8A4D-B8FA-A7A4367E47EB}" srcOrd="2" destOrd="0" presId="urn:microsoft.com/office/officeart/2005/8/layout/chevron2"/>
    <dgm:cxn modelId="{6EC00EEB-1BFC-6A4C-84D2-08307391815B}" type="presParOf" srcId="{7286B2E4-C937-8A4D-B8FA-A7A4367E47EB}" destId="{DBDC5E11-63CF-7841-A095-E6B597600DC3}" srcOrd="0" destOrd="0" presId="urn:microsoft.com/office/officeart/2005/8/layout/chevron2"/>
    <dgm:cxn modelId="{E6A82C5A-9648-7D4C-9537-8F53B2AA2D35}" type="presParOf" srcId="{7286B2E4-C937-8A4D-B8FA-A7A4367E47EB}" destId="{5C0E7401-A550-4D47-9D31-04E487496AF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BFF522-E557-4642-9DA7-4D924E67A1E8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65005568-AB88-BB4C-B295-A136B44DDDCB}">
      <dgm:prSet/>
      <dgm:spPr/>
      <dgm:t>
        <a:bodyPr/>
        <a:lstStyle/>
        <a:p>
          <a:r>
            <a:rPr lang="es-PE" b="0" i="0" baseline="0" dirty="0"/>
            <a:t>Propuesta de solución:</a:t>
          </a:r>
          <a:endParaRPr lang="es-PE" dirty="0"/>
        </a:p>
      </dgm:t>
    </dgm:pt>
    <dgm:pt modelId="{F7BCC96F-FD8C-1647-AE38-DC649C10BDF3}" type="parTrans" cxnId="{F9B242BA-5C14-FA4E-A9EF-13F5E8A6078B}">
      <dgm:prSet/>
      <dgm:spPr/>
      <dgm:t>
        <a:bodyPr/>
        <a:lstStyle/>
        <a:p>
          <a:endParaRPr lang="es-MX"/>
        </a:p>
      </dgm:t>
    </dgm:pt>
    <dgm:pt modelId="{F43F5B8B-63D2-4D43-8EB0-A890DAC83745}" type="sibTrans" cxnId="{F9B242BA-5C14-FA4E-A9EF-13F5E8A6078B}">
      <dgm:prSet/>
      <dgm:spPr/>
      <dgm:t>
        <a:bodyPr/>
        <a:lstStyle/>
        <a:p>
          <a:endParaRPr lang="es-MX"/>
        </a:p>
      </dgm:t>
    </dgm:pt>
    <dgm:pt modelId="{8A76149B-5CE9-564D-8167-17CA6EE8F4F6}">
      <dgm:prSet/>
      <dgm:spPr/>
      <dgm:t>
        <a:bodyPr/>
        <a:lstStyle/>
        <a:p>
          <a:r>
            <a:rPr lang="es-PE" b="0" i="0" baseline="0" dirty="0"/>
            <a:t>Variables utilizadas:</a:t>
          </a:r>
          <a:endParaRPr lang="es-PE" dirty="0"/>
        </a:p>
      </dgm:t>
    </dgm:pt>
    <dgm:pt modelId="{BD5E1950-0B96-3346-902C-F3AE7959F695}" type="parTrans" cxnId="{0E4CFA65-25BD-B042-A278-9631CE4601CD}">
      <dgm:prSet/>
      <dgm:spPr/>
      <dgm:t>
        <a:bodyPr/>
        <a:lstStyle/>
        <a:p>
          <a:endParaRPr lang="es-MX"/>
        </a:p>
      </dgm:t>
    </dgm:pt>
    <dgm:pt modelId="{3221D2E3-F73E-D54D-B8D7-B5EE0E531E6F}" type="sibTrans" cxnId="{0E4CFA65-25BD-B042-A278-9631CE4601CD}">
      <dgm:prSet/>
      <dgm:spPr/>
      <dgm:t>
        <a:bodyPr/>
        <a:lstStyle/>
        <a:p>
          <a:endParaRPr lang="es-MX"/>
        </a:p>
      </dgm:t>
    </dgm:pt>
    <dgm:pt modelId="{A97E2C33-790A-9548-9EFE-F388C3949A0B}">
      <dgm:prSet/>
      <dgm:spPr/>
      <dgm:t>
        <a:bodyPr/>
        <a:lstStyle/>
        <a:p>
          <a:r>
            <a:rPr lang="es-PE" b="0" i="0" baseline="0" dirty="0"/>
            <a:t>Alcance de la propuesta:</a:t>
          </a:r>
          <a:endParaRPr lang="es-PE" dirty="0"/>
        </a:p>
      </dgm:t>
    </dgm:pt>
    <dgm:pt modelId="{98C12BE8-BCD4-804B-9C10-7CE9A6938C6B}" type="parTrans" cxnId="{0B8321CF-B1AE-3C44-AC47-D0B185E1D551}">
      <dgm:prSet/>
      <dgm:spPr/>
      <dgm:t>
        <a:bodyPr/>
        <a:lstStyle/>
        <a:p>
          <a:endParaRPr lang="es-MX"/>
        </a:p>
      </dgm:t>
    </dgm:pt>
    <dgm:pt modelId="{037D3BDC-9D3B-3144-AA97-A71206F31540}" type="sibTrans" cxnId="{0B8321CF-B1AE-3C44-AC47-D0B185E1D551}">
      <dgm:prSet/>
      <dgm:spPr/>
      <dgm:t>
        <a:bodyPr/>
        <a:lstStyle/>
        <a:p>
          <a:endParaRPr lang="es-MX"/>
        </a:p>
      </dgm:t>
    </dgm:pt>
    <dgm:pt modelId="{C532C427-87F3-B847-9DE9-FC36AD1F09FF}">
      <dgm:prSet/>
      <dgm:spPr/>
      <dgm:t>
        <a:bodyPr/>
        <a:lstStyle/>
        <a:p>
          <a:r>
            <a:rPr lang="es-PE" b="0" i="0" baseline="0" dirty="0"/>
            <a:t>Desarrollar un modelo predictivo basado en Machine Learning. </a:t>
          </a:r>
          <a:endParaRPr lang="es-MX" dirty="0"/>
        </a:p>
      </dgm:t>
    </dgm:pt>
    <dgm:pt modelId="{0FA50681-EED6-9744-8CFC-DBAEC109AF1D}" type="parTrans" cxnId="{7FED5A7D-3AC4-7145-8D9F-A424F7C4DBB4}">
      <dgm:prSet/>
      <dgm:spPr/>
      <dgm:t>
        <a:bodyPr/>
        <a:lstStyle/>
        <a:p>
          <a:endParaRPr lang="es-MX"/>
        </a:p>
      </dgm:t>
    </dgm:pt>
    <dgm:pt modelId="{F5583E8F-BAF3-2444-9A38-46094965CD8B}" type="sibTrans" cxnId="{7FED5A7D-3AC4-7145-8D9F-A424F7C4DBB4}">
      <dgm:prSet/>
      <dgm:spPr/>
      <dgm:t>
        <a:bodyPr/>
        <a:lstStyle/>
        <a:p>
          <a:endParaRPr lang="es-MX"/>
        </a:p>
      </dgm:t>
    </dgm:pt>
    <dgm:pt modelId="{1D8E8DA5-F69C-A849-A0CE-7778C566758B}">
      <dgm:prSet/>
      <dgm:spPr/>
      <dgm:t>
        <a:bodyPr/>
        <a:lstStyle/>
        <a:p>
          <a:r>
            <a:rPr lang="es-PE" b="0" i="0" baseline="0" dirty="0"/>
            <a:t>Utilizar regresión lineal para identificar tendencias de crecimiento o disminución. </a:t>
          </a:r>
          <a:endParaRPr lang="es-MX" dirty="0"/>
        </a:p>
      </dgm:t>
    </dgm:pt>
    <dgm:pt modelId="{0E661F0B-689A-3648-AB63-12801F57564B}" type="parTrans" cxnId="{71123014-53F3-8745-B250-FD4B48B6BD3D}">
      <dgm:prSet/>
      <dgm:spPr/>
      <dgm:t>
        <a:bodyPr/>
        <a:lstStyle/>
        <a:p>
          <a:endParaRPr lang="es-MX"/>
        </a:p>
      </dgm:t>
    </dgm:pt>
    <dgm:pt modelId="{6A7FF2A2-5D8A-B346-8ED5-89654A98DF4E}" type="sibTrans" cxnId="{71123014-53F3-8745-B250-FD4B48B6BD3D}">
      <dgm:prSet/>
      <dgm:spPr/>
      <dgm:t>
        <a:bodyPr/>
        <a:lstStyle/>
        <a:p>
          <a:endParaRPr lang="es-MX"/>
        </a:p>
      </dgm:t>
    </dgm:pt>
    <dgm:pt modelId="{B116E60E-76EC-044E-A4A7-4F07486447C2}">
      <dgm:prSet/>
      <dgm:spPr/>
      <dgm:t>
        <a:bodyPr/>
        <a:lstStyle/>
        <a:p>
          <a:r>
            <a:rPr lang="es-PE" b="0" i="0" baseline="0" dirty="0"/>
            <a:t>Generar predicciones para los próximos 30 días.</a:t>
          </a:r>
          <a:endParaRPr lang="es-MX" dirty="0"/>
        </a:p>
      </dgm:t>
    </dgm:pt>
    <dgm:pt modelId="{B86B8DE3-22B5-EA4C-998A-FBF27C98AF14}" type="parTrans" cxnId="{4213FA50-FC3B-7A45-87E1-4F1B5B6BB33E}">
      <dgm:prSet/>
      <dgm:spPr/>
      <dgm:t>
        <a:bodyPr/>
        <a:lstStyle/>
        <a:p>
          <a:endParaRPr lang="es-MX"/>
        </a:p>
      </dgm:t>
    </dgm:pt>
    <dgm:pt modelId="{BA61B768-CA0C-5C46-B118-F7E9818976DB}" type="sibTrans" cxnId="{4213FA50-FC3B-7A45-87E1-4F1B5B6BB33E}">
      <dgm:prSet/>
      <dgm:spPr/>
      <dgm:t>
        <a:bodyPr/>
        <a:lstStyle/>
        <a:p>
          <a:endParaRPr lang="es-MX"/>
        </a:p>
      </dgm:t>
    </dgm:pt>
    <dgm:pt modelId="{99131E1E-7C3D-5743-B5E6-C63136C32925}">
      <dgm:prSet/>
      <dgm:spPr/>
      <dgm:t>
        <a:bodyPr/>
        <a:lstStyle/>
        <a:p>
          <a:r>
            <a:rPr lang="es-PE" b="0" i="0" baseline="0" dirty="0"/>
            <a:t>Variable independiente (X): Número de días transcurridos. </a:t>
          </a:r>
          <a:endParaRPr lang="es-MX" dirty="0"/>
        </a:p>
      </dgm:t>
    </dgm:pt>
    <dgm:pt modelId="{3349A86F-7D03-E547-A5CC-0450DA963AEC}" type="parTrans" cxnId="{B02BF9A5-9075-1043-93BF-5EBA476F2F1B}">
      <dgm:prSet/>
      <dgm:spPr/>
      <dgm:t>
        <a:bodyPr/>
        <a:lstStyle/>
        <a:p>
          <a:endParaRPr lang="es-MX"/>
        </a:p>
      </dgm:t>
    </dgm:pt>
    <dgm:pt modelId="{CE744345-079A-3C4A-BF74-80252D482910}" type="sibTrans" cxnId="{B02BF9A5-9075-1043-93BF-5EBA476F2F1B}">
      <dgm:prSet/>
      <dgm:spPr/>
      <dgm:t>
        <a:bodyPr/>
        <a:lstStyle/>
        <a:p>
          <a:endParaRPr lang="es-MX"/>
        </a:p>
      </dgm:t>
    </dgm:pt>
    <dgm:pt modelId="{42AAA5B6-895E-604C-9B7C-961D59BBAC7D}">
      <dgm:prSet/>
      <dgm:spPr/>
      <dgm:t>
        <a:bodyPr/>
        <a:lstStyle/>
        <a:p>
          <a:r>
            <a:rPr lang="es-PE" b="0" i="0" baseline="0" dirty="0"/>
            <a:t>Variable dependiente (y): Cantidad de colaboradores que no continuaron o rotaron por día.</a:t>
          </a:r>
          <a:endParaRPr lang="es-PE" dirty="0"/>
        </a:p>
      </dgm:t>
    </dgm:pt>
    <dgm:pt modelId="{4E721C1A-EBEE-FD4A-BD86-4FE2C0AAF125}" type="parTrans" cxnId="{836AE4D7-97FC-7647-BE09-9E2F8A3EC347}">
      <dgm:prSet/>
      <dgm:spPr/>
      <dgm:t>
        <a:bodyPr/>
        <a:lstStyle/>
        <a:p>
          <a:endParaRPr lang="es-MX"/>
        </a:p>
      </dgm:t>
    </dgm:pt>
    <dgm:pt modelId="{13416150-B6A7-3D42-9214-F03B505D6355}" type="sibTrans" cxnId="{836AE4D7-97FC-7647-BE09-9E2F8A3EC347}">
      <dgm:prSet/>
      <dgm:spPr/>
      <dgm:t>
        <a:bodyPr/>
        <a:lstStyle/>
        <a:p>
          <a:endParaRPr lang="es-MX"/>
        </a:p>
      </dgm:t>
    </dgm:pt>
    <dgm:pt modelId="{B5FDEA0B-874D-554E-B280-E7D0FDAF021E}">
      <dgm:prSet/>
      <dgm:spPr/>
      <dgm:t>
        <a:bodyPr/>
        <a:lstStyle/>
        <a:p>
          <a:r>
            <a:rPr lang="es-PE" b="0" i="0" baseline="0"/>
            <a:t>Detectar tendencias futuras. </a:t>
          </a:r>
          <a:endParaRPr lang="es-MX"/>
        </a:p>
      </dgm:t>
    </dgm:pt>
    <dgm:pt modelId="{CAC24AE6-FD31-B646-A734-ECD5E4172294}" type="parTrans" cxnId="{E634E7ED-6A42-0247-86AA-31928F187595}">
      <dgm:prSet/>
      <dgm:spPr/>
      <dgm:t>
        <a:bodyPr/>
        <a:lstStyle/>
        <a:p>
          <a:endParaRPr lang="es-MX"/>
        </a:p>
      </dgm:t>
    </dgm:pt>
    <dgm:pt modelId="{0D19DDBC-C4CD-B946-8028-C38B755903F0}" type="sibTrans" cxnId="{E634E7ED-6A42-0247-86AA-31928F187595}">
      <dgm:prSet/>
      <dgm:spPr/>
      <dgm:t>
        <a:bodyPr/>
        <a:lstStyle/>
        <a:p>
          <a:endParaRPr lang="es-MX"/>
        </a:p>
      </dgm:t>
    </dgm:pt>
    <dgm:pt modelId="{13AB6DAC-21DD-EB48-B05F-A0D19543F7DB}">
      <dgm:prSet/>
      <dgm:spPr/>
      <dgm:t>
        <a:bodyPr/>
        <a:lstStyle/>
        <a:p>
          <a:r>
            <a:rPr lang="es-PE" b="0" i="0" baseline="0" dirty="0"/>
            <a:t>Facilitar decisiones preventivas. </a:t>
          </a:r>
          <a:endParaRPr lang="es-PE" dirty="0"/>
        </a:p>
      </dgm:t>
    </dgm:pt>
    <dgm:pt modelId="{B78622FE-ECB6-7948-9263-182AAB71A6FF}" type="parTrans" cxnId="{CDD491BF-2EE5-754D-AE58-A22B157C00CA}">
      <dgm:prSet/>
      <dgm:spPr/>
      <dgm:t>
        <a:bodyPr/>
        <a:lstStyle/>
        <a:p>
          <a:endParaRPr lang="es-MX"/>
        </a:p>
      </dgm:t>
    </dgm:pt>
    <dgm:pt modelId="{1E4F8F7F-EE01-E443-91A6-5B49905B81B4}" type="sibTrans" cxnId="{CDD491BF-2EE5-754D-AE58-A22B157C00CA}">
      <dgm:prSet/>
      <dgm:spPr/>
      <dgm:t>
        <a:bodyPr/>
        <a:lstStyle/>
        <a:p>
          <a:endParaRPr lang="es-MX"/>
        </a:p>
      </dgm:t>
    </dgm:pt>
    <dgm:pt modelId="{1F6E065F-08D3-7241-AF16-45DFC1CB87B9}">
      <dgm:prSet/>
      <dgm:spPr/>
      <dgm:t>
        <a:bodyPr/>
        <a:lstStyle/>
        <a:p>
          <a:r>
            <a:rPr lang="es-PE" b="0" i="0" baseline="0" dirty="0"/>
            <a:t>Generar visualizaciones comprensibles para negocio. </a:t>
          </a:r>
          <a:endParaRPr lang="es-PE" dirty="0"/>
        </a:p>
      </dgm:t>
    </dgm:pt>
    <dgm:pt modelId="{D84E9852-48D7-A64C-90B6-F39EF475A6B0}" type="parTrans" cxnId="{2A9F6C34-DCD6-B14A-98C8-D0B29CF5E5D3}">
      <dgm:prSet/>
      <dgm:spPr/>
      <dgm:t>
        <a:bodyPr/>
        <a:lstStyle/>
        <a:p>
          <a:endParaRPr lang="es-MX"/>
        </a:p>
      </dgm:t>
    </dgm:pt>
    <dgm:pt modelId="{0D04DE01-C5D2-CF43-882C-B8A6756A6D13}" type="sibTrans" cxnId="{2A9F6C34-DCD6-B14A-98C8-D0B29CF5E5D3}">
      <dgm:prSet/>
      <dgm:spPr/>
      <dgm:t>
        <a:bodyPr/>
        <a:lstStyle/>
        <a:p>
          <a:endParaRPr lang="es-MX"/>
        </a:p>
      </dgm:t>
    </dgm:pt>
    <dgm:pt modelId="{DB0F3F40-E3CC-E040-B476-BAB2E4C96E6C}">
      <dgm:prSet/>
      <dgm:spPr/>
      <dgm:t>
        <a:bodyPr/>
        <a:lstStyle/>
        <a:p>
          <a:r>
            <a:rPr lang="es-PE" b="0" i="0" baseline="0" dirty="0"/>
            <a:t>Servir como base para futuras mejoras analíticas.</a:t>
          </a:r>
          <a:endParaRPr lang="es-PE" dirty="0"/>
        </a:p>
      </dgm:t>
    </dgm:pt>
    <dgm:pt modelId="{7B30E348-E7D0-F74C-BCD2-316FA1CEBDFE}" type="parTrans" cxnId="{4D6DDE67-8D3B-4B46-B79B-2FAEDB547460}">
      <dgm:prSet/>
      <dgm:spPr/>
      <dgm:t>
        <a:bodyPr/>
        <a:lstStyle/>
        <a:p>
          <a:endParaRPr lang="es-MX"/>
        </a:p>
      </dgm:t>
    </dgm:pt>
    <dgm:pt modelId="{6B8E0C93-4B38-FB4D-A9CF-4C1425C83C35}" type="sibTrans" cxnId="{4D6DDE67-8D3B-4B46-B79B-2FAEDB547460}">
      <dgm:prSet/>
      <dgm:spPr/>
      <dgm:t>
        <a:bodyPr/>
        <a:lstStyle/>
        <a:p>
          <a:endParaRPr lang="es-MX"/>
        </a:p>
      </dgm:t>
    </dgm:pt>
    <dgm:pt modelId="{DC807ECA-F02E-E949-A3C5-B042D350DAFC}" type="pres">
      <dgm:prSet presAssocID="{FDBFF522-E557-4642-9DA7-4D924E67A1E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77498F7-3E0B-9D44-960A-06683E49842B}" type="pres">
      <dgm:prSet presAssocID="{65005568-AB88-BB4C-B295-A136B44DDDCB}" presName="root" presStyleCnt="0"/>
      <dgm:spPr/>
    </dgm:pt>
    <dgm:pt modelId="{BE64F297-AE80-E244-8986-694E6E71FDC4}" type="pres">
      <dgm:prSet presAssocID="{65005568-AB88-BB4C-B295-A136B44DDDCB}" presName="rootComposite" presStyleCnt="0"/>
      <dgm:spPr/>
    </dgm:pt>
    <dgm:pt modelId="{8B584611-8B28-C449-B2EA-074401E3983A}" type="pres">
      <dgm:prSet presAssocID="{65005568-AB88-BB4C-B295-A136B44DDDCB}" presName="rootText" presStyleLbl="node1" presStyleIdx="0" presStyleCnt="3"/>
      <dgm:spPr/>
    </dgm:pt>
    <dgm:pt modelId="{AC7C2674-2F16-614A-898B-0A78532C490E}" type="pres">
      <dgm:prSet presAssocID="{65005568-AB88-BB4C-B295-A136B44DDDCB}" presName="rootConnector" presStyleLbl="node1" presStyleIdx="0" presStyleCnt="3"/>
      <dgm:spPr/>
    </dgm:pt>
    <dgm:pt modelId="{CE5B4160-3DDD-6840-9D42-443EEE35E8C0}" type="pres">
      <dgm:prSet presAssocID="{65005568-AB88-BB4C-B295-A136B44DDDCB}" presName="childShape" presStyleCnt="0"/>
      <dgm:spPr/>
    </dgm:pt>
    <dgm:pt modelId="{5B3856A4-0A4E-584C-8178-E3A4AD9BEB9E}" type="pres">
      <dgm:prSet presAssocID="{0FA50681-EED6-9744-8CFC-DBAEC109AF1D}" presName="Name13" presStyleLbl="parChTrans1D2" presStyleIdx="0" presStyleCnt="9"/>
      <dgm:spPr/>
    </dgm:pt>
    <dgm:pt modelId="{914AFBB9-A79C-0D48-B46B-515B3AC9A21D}" type="pres">
      <dgm:prSet presAssocID="{C532C427-87F3-B847-9DE9-FC36AD1F09FF}" presName="childText" presStyleLbl="bgAcc1" presStyleIdx="0" presStyleCnt="9" custScaleX="304134">
        <dgm:presLayoutVars>
          <dgm:bulletEnabled val="1"/>
        </dgm:presLayoutVars>
      </dgm:prSet>
      <dgm:spPr/>
    </dgm:pt>
    <dgm:pt modelId="{927535F3-EB03-FE43-8477-4C2E1E19EA71}" type="pres">
      <dgm:prSet presAssocID="{0E661F0B-689A-3648-AB63-12801F57564B}" presName="Name13" presStyleLbl="parChTrans1D2" presStyleIdx="1" presStyleCnt="9"/>
      <dgm:spPr/>
    </dgm:pt>
    <dgm:pt modelId="{56C72866-E068-504B-AC23-46BE11A3AFD6}" type="pres">
      <dgm:prSet presAssocID="{1D8E8DA5-F69C-A849-A0CE-7778C566758B}" presName="childText" presStyleLbl="bgAcc1" presStyleIdx="1" presStyleCnt="9" custScaleX="304134">
        <dgm:presLayoutVars>
          <dgm:bulletEnabled val="1"/>
        </dgm:presLayoutVars>
      </dgm:prSet>
      <dgm:spPr/>
    </dgm:pt>
    <dgm:pt modelId="{21AC515A-4C57-4440-8BF0-B8FD3C89A830}" type="pres">
      <dgm:prSet presAssocID="{B86B8DE3-22B5-EA4C-998A-FBF27C98AF14}" presName="Name13" presStyleLbl="parChTrans1D2" presStyleIdx="2" presStyleCnt="9"/>
      <dgm:spPr/>
    </dgm:pt>
    <dgm:pt modelId="{EDEEFB1D-C943-4345-BDDF-E475B0ACB138}" type="pres">
      <dgm:prSet presAssocID="{B116E60E-76EC-044E-A4A7-4F07486447C2}" presName="childText" presStyleLbl="bgAcc1" presStyleIdx="2" presStyleCnt="9" custScaleX="304134">
        <dgm:presLayoutVars>
          <dgm:bulletEnabled val="1"/>
        </dgm:presLayoutVars>
      </dgm:prSet>
      <dgm:spPr/>
    </dgm:pt>
    <dgm:pt modelId="{8BB5BA8D-5BC4-734C-984B-EC3218A4E386}" type="pres">
      <dgm:prSet presAssocID="{8A76149B-5CE9-564D-8167-17CA6EE8F4F6}" presName="root" presStyleCnt="0"/>
      <dgm:spPr/>
    </dgm:pt>
    <dgm:pt modelId="{B4FDCFD9-C7A8-0F47-A22D-098882549456}" type="pres">
      <dgm:prSet presAssocID="{8A76149B-5CE9-564D-8167-17CA6EE8F4F6}" presName="rootComposite" presStyleCnt="0"/>
      <dgm:spPr/>
    </dgm:pt>
    <dgm:pt modelId="{8A9F97FE-A8D0-E643-9E5D-D4FB851C32D1}" type="pres">
      <dgm:prSet presAssocID="{8A76149B-5CE9-564D-8167-17CA6EE8F4F6}" presName="rootText" presStyleLbl="node1" presStyleIdx="1" presStyleCnt="3"/>
      <dgm:spPr/>
    </dgm:pt>
    <dgm:pt modelId="{03891CE3-2B15-9345-8C92-178F6535CF6F}" type="pres">
      <dgm:prSet presAssocID="{8A76149B-5CE9-564D-8167-17CA6EE8F4F6}" presName="rootConnector" presStyleLbl="node1" presStyleIdx="1" presStyleCnt="3"/>
      <dgm:spPr/>
    </dgm:pt>
    <dgm:pt modelId="{8CE00F5A-FE24-5848-9F8D-F54BBE1B8393}" type="pres">
      <dgm:prSet presAssocID="{8A76149B-5CE9-564D-8167-17CA6EE8F4F6}" presName="childShape" presStyleCnt="0"/>
      <dgm:spPr/>
    </dgm:pt>
    <dgm:pt modelId="{835257FB-B975-2245-ABED-9DD314E00CB5}" type="pres">
      <dgm:prSet presAssocID="{3349A86F-7D03-E547-A5CC-0450DA963AEC}" presName="Name13" presStyleLbl="parChTrans1D2" presStyleIdx="3" presStyleCnt="9"/>
      <dgm:spPr/>
    </dgm:pt>
    <dgm:pt modelId="{64029934-2CE4-9142-A772-F15E232CAA31}" type="pres">
      <dgm:prSet presAssocID="{99131E1E-7C3D-5743-B5E6-C63136C32925}" presName="childText" presStyleLbl="bgAcc1" presStyleIdx="3" presStyleCnt="9" custScaleX="304134">
        <dgm:presLayoutVars>
          <dgm:bulletEnabled val="1"/>
        </dgm:presLayoutVars>
      </dgm:prSet>
      <dgm:spPr/>
    </dgm:pt>
    <dgm:pt modelId="{C1348D57-FD2A-EB4D-937B-46848ADDEE5B}" type="pres">
      <dgm:prSet presAssocID="{4E721C1A-EBEE-FD4A-BD86-4FE2C0AAF125}" presName="Name13" presStyleLbl="parChTrans1D2" presStyleIdx="4" presStyleCnt="9"/>
      <dgm:spPr/>
    </dgm:pt>
    <dgm:pt modelId="{37C00FE6-0AEB-F740-A4DD-8F213EC2E7A6}" type="pres">
      <dgm:prSet presAssocID="{42AAA5B6-895E-604C-9B7C-961D59BBAC7D}" presName="childText" presStyleLbl="bgAcc1" presStyleIdx="4" presStyleCnt="9" custScaleX="304134">
        <dgm:presLayoutVars>
          <dgm:bulletEnabled val="1"/>
        </dgm:presLayoutVars>
      </dgm:prSet>
      <dgm:spPr/>
    </dgm:pt>
    <dgm:pt modelId="{348366C3-4BB0-F64E-9E13-3B960FC01C48}" type="pres">
      <dgm:prSet presAssocID="{A97E2C33-790A-9548-9EFE-F388C3949A0B}" presName="root" presStyleCnt="0"/>
      <dgm:spPr/>
    </dgm:pt>
    <dgm:pt modelId="{B6670F94-068E-2246-83EB-1C2E8D505B3F}" type="pres">
      <dgm:prSet presAssocID="{A97E2C33-790A-9548-9EFE-F388C3949A0B}" presName="rootComposite" presStyleCnt="0"/>
      <dgm:spPr/>
    </dgm:pt>
    <dgm:pt modelId="{47F15486-E9E7-4B41-BA96-7CF29596F042}" type="pres">
      <dgm:prSet presAssocID="{A97E2C33-790A-9548-9EFE-F388C3949A0B}" presName="rootText" presStyleLbl="node1" presStyleIdx="2" presStyleCnt="3"/>
      <dgm:spPr/>
    </dgm:pt>
    <dgm:pt modelId="{3C568DE2-CC9E-2F4A-9228-F8665A7008CE}" type="pres">
      <dgm:prSet presAssocID="{A97E2C33-790A-9548-9EFE-F388C3949A0B}" presName="rootConnector" presStyleLbl="node1" presStyleIdx="2" presStyleCnt="3"/>
      <dgm:spPr/>
    </dgm:pt>
    <dgm:pt modelId="{AA716697-BF7D-184C-AF3C-AEC49A071450}" type="pres">
      <dgm:prSet presAssocID="{A97E2C33-790A-9548-9EFE-F388C3949A0B}" presName="childShape" presStyleCnt="0"/>
      <dgm:spPr/>
    </dgm:pt>
    <dgm:pt modelId="{556BE04F-74EC-084F-A70B-5C290F3D35E5}" type="pres">
      <dgm:prSet presAssocID="{CAC24AE6-FD31-B646-A734-ECD5E4172294}" presName="Name13" presStyleLbl="parChTrans1D2" presStyleIdx="5" presStyleCnt="9"/>
      <dgm:spPr/>
    </dgm:pt>
    <dgm:pt modelId="{59D1FEC0-A6D4-944B-B7E7-65391883B370}" type="pres">
      <dgm:prSet presAssocID="{B5FDEA0B-874D-554E-B280-E7D0FDAF021E}" presName="childText" presStyleLbl="bgAcc1" presStyleIdx="5" presStyleCnt="9" custScaleX="304134">
        <dgm:presLayoutVars>
          <dgm:bulletEnabled val="1"/>
        </dgm:presLayoutVars>
      </dgm:prSet>
      <dgm:spPr/>
    </dgm:pt>
    <dgm:pt modelId="{ECDB2CCA-963D-9E4F-A5C7-9175C65FA5D3}" type="pres">
      <dgm:prSet presAssocID="{B78622FE-ECB6-7948-9263-182AAB71A6FF}" presName="Name13" presStyleLbl="parChTrans1D2" presStyleIdx="6" presStyleCnt="9"/>
      <dgm:spPr/>
    </dgm:pt>
    <dgm:pt modelId="{9E76707B-7FA5-C941-BBC5-1D6041E12404}" type="pres">
      <dgm:prSet presAssocID="{13AB6DAC-21DD-EB48-B05F-A0D19543F7DB}" presName="childText" presStyleLbl="bgAcc1" presStyleIdx="6" presStyleCnt="9" custScaleX="304134">
        <dgm:presLayoutVars>
          <dgm:bulletEnabled val="1"/>
        </dgm:presLayoutVars>
      </dgm:prSet>
      <dgm:spPr/>
    </dgm:pt>
    <dgm:pt modelId="{63A19969-EFFB-304F-A2A8-D34D8AF3E6B2}" type="pres">
      <dgm:prSet presAssocID="{D84E9852-48D7-A64C-90B6-F39EF475A6B0}" presName="Name13" presStyleLbl="parChTrans1D2" presStyleIdx="7" presStyleCnt="9"/>
      <dgm:spPr/>
    </dgm:pt>
    <dgm:pt modelId="{ACA832F2-9B5A-6248-BBD5-A86155D8D320}" type="pres">
      <dgm:prSet presAssocID="{1F6E065F-08D3-7241-AF16-45DFC1CB87B9}" presName="childText" presStyleLbl="bgAcc1" presStyleIdx="7" presStyleCnt="9" custScaleX="304134">
        <dgm:presLayoutVars>
          <dgm:bulletEnabled val="1"/>
        </dgm:presLayoutVars>
      </dgm:prSet>
      <dgm:spPr/>
    </dgm:pt>
    <dgm:pt modelId="{E418F641-95CC-0F4E-8CB5-540BF054BBC8}" type="pres">
      <dgm:prSet presAssocID="{7B30E348-E7D0-F74C-BCD2-316FA1CEBDFE}" presName="Name13" presStyleLbl="parChTrans1D2" presStyleIdx="8" presStyleCnt="9"/>
      <dgm:spPr/>
    </dgm:pt>
    <dgm:pt modelId="{7D45FCDE-08A1-9249-A337-4C055A59979E}" type="pres">
      <dgm:prSet presAssocID="{DB0F3F40-E3CC-E040-B476-BAB2E4C96E6C}" presName="childText" presStyleLbl="bgAcc1" presStyleIdx="8" presStyleCnt="9" custScaleX="304134">
        <dgm:presLayoutVars>
          <dgm:bulletEnabled val="1"/>
        </dgm:presLayoutVars>
      </dgm:prSet>
      <dgm:spPr/>
    </dgm:pt>
  </dgm:ptLst>
  <dgm:cxnLst>
    <dgm:cxn modelId="{9AA83D06-BE8F-D246-8931-49A33A6F2847}" type="presOf" srcId="{4E721C1A-EBEE-FD4A-BD86-4FE2C0AAF125}" destId="{C1348D57-FD2A-EB4D-937B-46848ADDEE5B}" srcOrd="0" destOrd="0" presId="urn:microsoft.com/office/officeart/2005/8/layout/hierarchy3"/>
    <dgm:cxn modelId="{5A556707-728F-E74A-AF1B-33CCEB74B3AB}" type="presOf" srcId="{A97E2C33-790A-9548-9EFE-F388C3949A0B}" destId="{3C568DE2-CC9E-2F4A-9228-F8665A7008CE}" srcOrd="1" destOrd="0" presId="urn:microsoft.com/office/officeart/2005/8/layout/hierarchy3"/>
    <dgm:cxn modelId="{F16D9F0B-7B12-B040-B7AF-CE20387C2155}" type="presOf" srcId="{FDBFF522-E557-4642-9DA7-4D924E67A1E8}" destId="{DC807ECA-F02E-E949-A3C5-B042D350DAFC}" srcOrd="0" destOrd="0" presId="urn:microsoft.com/office/officeart/2005/8/layout/hierarchy3"/>
    <dgm:cxn modelId="{71123014-53F3-8745-B250-FD4B48B6BD3D}" srcId="{65005568-AB88-BB4C-B295-A136B44DDDCB}" destId="{1D8E8DA5-F69C-A849-A0CE-7778C566758B}" srcOrd="1" destOrd="0" parTransId="{0E661F0B-689A-3648-AB63-12801F57564B}" sibTransId="{6A7FF2A2-5D8A-B346-8ED5-89654A98DF4E}"/>
    <dgm:cxn modelId="{F2141716-4391-2648-BA8B-9AD1D935BE87}" type="presOf" srcId="{D84E9852-48D7-A64C-90B6-F39EF475A6B0}" destId="{63A19969-EFFB-304F-A2A8-D34D8AF3E6B2}" srcOrd="0" destOrd="0" presId="urn:microsoft.com/office/officeart/2005/8/layout/hierarchy3"/>
    <dgm:cxn modelId="{1008AA17-AF9A-5240-91BA-D7962536D980}" type="presOf" srcId="{B86B8DE3-22B5-EA4C-998A-FBF27C98AF14}" destId="{21AC515A-4C57-4440-8BF0-B8FD3C89A830}" srcOrd="0" destOrd="0" presId="urn:microsoft.com/office/officeart/2005/8/layout/hierarchy3"/>
    <dgm:cxn modelId="{BDAC2518-271A-F048-A3E9-3090622DBF5F}" type="presOf" srcId="{65005568-AB88-BB4C-B295-A136B44DDDCB}" destId="{8B584611-8B28-C449-B2EA-074401E3983A}" srcOrd="0" destOrd="0" presId="urn:microsoft.com/office/officeart/2005/8/layout/hierarchy3"/>
    <dgm:cxn modelId="{2A9F6C34-DCD6-B14A-98C8-D0B29CF5E5D3}" srcId="{A97E2C33-790A-9548-9EFE-F388C3949A0B}" destId="{1F6E065F-08D3-7241-AF16-45DFC1CB87B9}" srcOrd="2" destOrd="0" parTransId="{D84E9852-48D7-A64C-90B6-F39EF475A6B0}" sibTransId="{0D04DE01-C5D2-CF43-882C-B8A6756A6D13}"/>
    <dgm:cxn modelId="{89AEA837-7EEC-CF4E-A540-B00A544BFBD7}" type="presOf" srcId="{CAC24AE6-FD31-B646-A734-ECD5E4172294}" destId="{556BE04F-74EC-084F-A70B-5C290F3D35E5}" srcOrd="0" destOrd="0" presId="urn:microsoft.com/office/officeart/2005/8/layout/hierarchy3"/>
    <dgm:cxn modelId="{0E4CFA65-25BD-B042-A278-9631CE4601CD}" srcId="{FDBFF522-E557-4642-9DA7-4D924E67A1E8}" destId="{8A76149B-5CE9-564D-8167-17CA6EE8F4F6}" srcOrd="1" destOrd="0" parTransId="{BD5E1950-0B96-3346-902C-F3AE7959F695}" sibTransId="{3221D2E3-F73E-D54D-B8D7-B5EE0E531E6F}"/>
    <dgm:cxn modelId="{4D6DDE67-8D3B-4B46-B79B-2FAEDB547460}" srcId="{A97E2C33-790A-9548-9EFE-F388C3949A0B}" destId="{DB0F3F40-E3CC-E040-B476-BAB2E4C96E6C}" srcOrd="3" destOrd="0" parTransId="{7B30E348-E7D0-F74C-BCD2-316FA1CEBDFE}" sibTransId="{6B8E0C93-4B38-FB4D-A9CF-4C1425C83C35}"/>
    <dgm:cxn modelId="{8CB71349-2829-474F-822E-88DE25AA7F35}" type="presOf" srcId="{3349A86F-7D03-E547-A5CC-0450DA963AEC}" destId="{835257FB-B975-2245-ABED-9DD314E00CB5}" srcOrd="0" destOrd="0" presId="urn:microsoft.com/office/officeart/2005/8/layout/hierarchy3"/>
    <dgm:cxn modelId="{13BD266D-A7C3-1848-BF15-6B8F2778EFB8}" type="presOf" srcId="{1D8E8DA5-F69C-A849-A0CE-7778C566758B}" destId="{56C72866-E068-504B-AC23-46BE11A3AFD6}" srcOrd="0" destOrd="0" presId="urn:microsoft.com/office/officeart/2005/8/layout/hierarchy3"/>
    <dgm:cxn modelId="{B632BB4D-2912-C142-BA00-DE719404CD5D}" type="presOf" srcId="{13AB6DAC-21DD-EB48-B05F-A0D19543F7DB}" destId="{9E76707B-7FA5-C941-BBC5-1D6041E12404}" srcOrd="0" destOrd="0" presId="urn:microsoft.com/office/officeart/2005/8/layout/hierarchy3"/>
    <dgm:cxn modelId="{4213FA50-FC3B-7A45-87E1-4F1B5B6BB33E}" srcId="{65005568-AB88-BB4C-B295-A136B44DDDCB}" destId="{B116E60E-76EC-044E-A4A7-4F07486447C2}" srcOrd="2" destOrd="0" parTransId="{B86B8DE3-22B5-EA4C-998A-FBF27C98AF14}" sibTransId="{BA61B768-CA0C-5C46-B118-F7E9818976DB}"/>
    <dgm:cxn modelId="{F92EC854-57A2-3B4E-87D8-801E95B6DB8C}" type="presOf" srcId="{8A76149B-5CE9-564D-8167-17CA6EE8F4F6}" destId="{03891CE3-2B15-9345-8C92-178F6535CF6F}" srcOrd="1" destOrd="0" presId="urn:microsoft.com/office/officeart/2005/8/layout/hierarchy3"/>
    <dgm:cxn modelId="{02F2F774-2711-2B4C-9966-893A61EB3092}" type="presOf" srcId="{99131E1E-7C3D-5743-B5E6-C63136C32925}" destId="{64029934-2CE4-9142-A772-F15E232CAA31}" srcOrd="0" destOrd="0" presId="urn:microsoft.com/office/officeart/2005/8/layout/hierarchy3"/>
    <dgm:cxn modelId="{17E91C59-9E79-3E4C-878E-9B4DAF1A7DD9}" type="presOf" srcId="{B78622FE-ECB6-7948-9263-182AAB71A6FF}" destId="{ECDB2CCA-963D-9E4F-A5C7-9175C65FA5D3}" srcOrd="0" destOrd="0" presId="urn:microsoft.com/office/officeart/2005/8/layout/hierarchy3"/>
    <dgm:cxn modelId="{F818A37A-D69E-614B-AD0B-28B8A1DEF59C}" type="presOf" srcId="{0FA50681-EED6-9744-8CFC-DBAEC109AF1D}" destId="{5B3856A4-0A4E-584C-8178-E3A4AD9BEB9E}" srcOrd="0" destOrd="0" presId="urn:microsoft.com/office/officeart/2005/8/layout/hierarchy3"/>
    <dgm:cxn modelId="{7FED5A7D-3AC4-7145-8D9F-A424F7C4DBB4}" srcId="{65005568-AB88-BB4C-B295-A136B44DDDCB}" destId="{C532C427-87F3-B847-9DE9-FC36AD1F09FF}" srcOrd="0" destOrd="0" parTransId="{0FA50681-EED6-9744-8CFC-DBAEC109AF1D}" sibTransId="{F5583E8F-BAF3-2444-9A38-46094965CD8B}"/>
    <dgm:cxn modelId="{93370D81-668E-1F4B-A14F-349A7E6304B9}" type="presOf" srcId="{C532C427-87F3-B847-9DE9-FC36AD1F09FF}" destId="{914AFBB9-A79C-0D48-B46B-515B3AC9A21D}" srcOrd="0" destOrd="0" presId="urn:microsoft.com/office/officeart/2005/8/layout/hierarchy3"/>
    <dgm:cxn modelId="{E5543792-ECCC-7C40-971B-2D59579B83D2}" type="presOf" srcId="{8A76149B-5CE9-564D-8167-17CA6EE8F4F6}" destId="{8A9F97FE-A8D0-E643-9E5D-D4FB851C32D1}" srcOrd="0" destOrd="0" presId="urn:microsoft.com/office/officeart/2005/8/layout/hierarchy3"/>
    <dgm:cxn modelId="{66A95094-B962-594A-BBA9-5A6B5B1A137F}" type="presOf" srcId="{42AAA5B6-895E-604C-9B7C-961D59BBAC7D}" destId="{37C00FE6-0AEB-F740-A4DD-8F213EC2E7A6}" srcOrd="0" destOrd="0" presId="urn:microsoft.com/office/officeart/2005/8/layout/hierarchy3"/>
    <dgm:cxn modelId="{5D35C796-CDE9-304E-9790-30B97984ADB4}" type="presOf" srcId="{7B30E348-E7D0-F74C-BCD2-316FA1CEBDFE}" destId="{E418F641-95CC-0F4E-8CB5-540BF054BBC8}" srcOrd="0" destOrd="0" presId="urn:microsoft.com/office/officeart/2005/8/layout/hierarchy3"/>
    <dgm:cxn modelId="{C880FC9B-78DE-6541-ABE9-DFF6E42506E8}" type="presOf" srcId="{DB0F3F40-E3CC-E040-B476-BAB2E4C96E6C}" destId="{7D45FCDE-08A1-9249-A337-4C055A59979E}" srcOrd="0" destOrd="0" presId="urn:microsoft.com/office/officeart/2005/8/layout/hierarchy3"/>
    <dgm:cxn modelId="{B02BF9A5-9075-1043-93BF-5EBA476F2F1B}" srcId="{8A76149B-5CE9-564D-8167-17CA6EE8F4F6}" destId="{99131E1E-7C3D-5743-B5E6-C63136C32925}" srcOrd="0" destOrd="0" parTransId="{3349A86F-7D03-E547-A5CC-0450DA963AEC}" sibTransId="{CE744345-079A-3C4A-BF74-80252D482910}"/>
    <dgm:cxn modelId="{337665A6-7A05-D844-BD20-8EDF9060903C}" type="presOf" srcId="{B116E60E-76EC-044E-A4A7-4F07486447C2}" destId="{EDEEFB1D-C943-4345-BDDF-E475B0ACB138}" srcOrd="0" destOrd="0" presId="urn:microsoft.com/office/officeart/2005/8/layout/hierarchy3"/>
    <dgm:cxn modelId="{1993A7B3-4DFD-FC45-89A6-3D2B7EA6C8D1}" type="presOf" srcId="{65005568-AB88-BB4C-B295-A136B44DDDCB}" destId="{AC7C2674-2F16-614A-898B-0A78532C490E}" srcOrd="1" destOrd="0" presId="urn:microsoft.com/office/officeart/2005/8/layout/hierarchy3"/>
    <dgm:cxn modelId="{EF252BB6-B60A-2246-AAB3-4D3241B9405B}" type="presOf" srcId="{0E661F0B-689A-3648-AB63-12801F57564B}" destId="{927535F3-EB03-FE43-8477-4C2E1E19EA71}" srcOrd="0" destOrd="0" presId="urn:microsoft.com/office/officeart/2005/8/layout/hierarchy3"/>
    <dgm:cxn modelId="{F9B242BA-5C14-FA4E-A9EF-13F5E8A6078B}" srcId="{FDBFF522-E557-4642-9DA7-4D924E67A1E8}" destId="{65005568-AB88-BB4C-B295-A136B44DDDCB}" srcOrd="0" destOrd="0" parTransId="{F7BCC96F-FD8C-1647-AE38-DC649C10BDF3}" sibTransId="{F43F5B8B-63D2-4D43-8EB0-A890DAC83745}"/>
    <dgm:cxn modelId="{CDD491BF-2EE5-754D-AE58-A22B157C00CA}" srcId="{A97E2C33-790A-9548-9EFE-F388C3949A0B}" destId="{13AB6DAC-21DD-EB48-B05F-A0D19543F7DB}" srcOrd="1" destOrd="0" parTransId="{B78622FE-ECB6-7948-9263-182AAB71A6FF}" sibTransId="{1E4F8F7F-EE01-E443-91A6-5B49905B81B4}"/>
    <dgm:cxn modelId="{0B8321CF-B1AE-3C44-AC47-D0B185E1D551}" srcId="{FDBFF522-E557-4642-9DA7-4D924E67A1E8}" destId="{A97E2C33-790A-9548-9EFE-F388C3949A0B}" srcOrd="2" destOrd="0" parTransId="{98C12BE8-BCD4-804B-9C10-7CE9A6938C6B}" sibTransId="{037D3BDC-9D3B-3144-AA97-A71206F31540}"/>
    <dgm:cxn modelId="{836AE4D7-97FC-7647-BE09-9E2F8A3EC347}" srcId="{8A76149B-5CE9-564D-8167-17CA6EE8F4F6}" destId="{42AAA5B6-895E-604C-9B7C-961D59BBAC7D}" srcOrd="1" destOrd="0" parTransId="{4E721C1A-EBEE-FD4A-BD86-4FE2C0AAF125}" sibTransId="{13416150-B6A7-3D42-9214-F03B505D6355}"/>
    <dgm:cxn modelId="{D5FF2DDD-2897-8E44-8573-96817F89779E}" type="presOf" srcId="{B5FDEA0B-874D-554E-B280-E7D0FDAF021E}" destId="{59D1FEC0-A6D4-944B-B7E7-65391883B370}" srcOrd="0" destOrd="0" presId="urn:microsoft.com/office/officeart/2005/8/layout/hierarchy3"/>
    <dgm:cxn modelId="{E634E7ED-6A42-0247-86AA-31928F187595}" srcId="{A97E2C33-790A-9548-9EFE-F388C3949A0B}" destId="{B5FDEA0B-874D-554E-B280-E7D0FDAF021E}" srcOrd="0" destOrd="0" parTransId="{CAC24AE6-FD31-B646-A734-ECD5E4172294}" sibTransId="{0D19DDBC-C4CD-B946-8028-C38B755903F0}"/>
    <dgm:cxn modelId="{225C3FF7-4060-7D48-B902-767E7905BC2E}" type="presOf" srcId="{1F6E065F-08D3-7241-AF16-45DFC1CB87B9}" destId="{ACA832F2-9B5A-6248-BBD5-A86155D8D320}" srcOrd="0" destOrd="0" presId="urn:microsoft.com/office/officeart/2005/8/layout/hierarchy3"/>
    <dgm:cxn modelId="{86A620FD-C8B4-1B40-A6EF-28EF038A1D0C}" type="presOf" srcId="{A97E2C33-790A-9548-9EFE-F388C3949A0B}" destId="{47F15486-E9E7-4B41-BA96-7CF29596F042}" srcOrd="0" destOrd="0" presId="urn:microsoft.com/office/officeart/2005/8/layout/hierarchy3"/>
    <dgm:cxn modelId="{29500CDE-166E-2748-803D-2368774B96ED}" type="presParOf" srcId="{DC807ECA-F02E-E949-A3C5-B042D350DAFC}" destId="{A77498F7-3E0B-9D44-960A-06683E49842B}" srcOrd="0" destOrd="0" presId="urn:microsoft.com/office/officeart/2005/8/layout/hierarchy3"/>
    <dgm:cxn modelId="{2BCA685A-A932-E74F-9EBB-BA0819540241}" type="presParOf" srcId="{A77498F7-3E0B-9D44-960A-06683E49842B}" destId="{BE64F297-AE80-E244-8986-694E6E71FDC4}" srcOrd="0" destOrd="0" presId="urn:microsoft.com/office/officeart/2005/8/layout/hierarchy3"/>
    <dgm:cxn modelId="{C581F86C-F3D0-0841-91FE-877DF75EB323}" type="presParOf" srcId="{BE64F297-AE80-E244-8986-694E6E71FDC4}" destId="{8B584611-8B28-C449-B2EA-074401E3983A}" srcOrd="0" destOrd="0" presId="urn:microsoft.com/office/officeart/2005/8/layout/hierarchy3"/>
    <dgm:cxn modelId="{5F200814-8594-3540-AB19-FD1FF7DC3F34}" type="presParOf" srcId="{BE64F297-AE80-E244-8986-694E6E71FDC4}" destId="{AC7C2674-2F16-614A-898B-0A78532C490E}" srcOrd="1" destOrd="0" presId="urn:microsoft.com/office/officeart/2005/8/layout/hierarchy3"/>
    <dgm:cxn modelId="{BD2A6839-216B-034D-8307-8B6715907E71}" type="presParOf" srcId="{A77498F7-3E0B-9D44-960A-06683E49842B}" destId="{CE5B4160-3DDD-6840-9D42-443EEE35E8C0}" srcOrd="1" destOrd="0" presId="urn:microsoft.com/office/officeart/2005/8/layout/hierarchy3"/>
    <dgm:cxn modelId="{02C8FB95-AEAF-1B47-B188-6E07E737D0C4}" type="presParOf" srcId="{CE5B4160-3DDD-6840-9D42-443EEE35E8C0}" destId="{5B3856A4-0A4E-584C-8178-E3A4AD9BEB9E}" srcOrd="0" destOrd="0" presId="urn:microsoft.com/office/officeart/2005/8/layout/hierarchy3"/>
    <dgm:cxn modelId="{2EECB4C9-D96D-8440-B53C-A7DA66502401}" type="presParOf" srcId="{CE5B4160-3DDD-6840-9D42-443EEE35E8C0}" destId="{914AFBB9-A79C-0D48-B46B-515B3AC9A21D}" srcOrd="1" destOrd="0" presId="urn:microsoft.com/office/officeart/2005/8/layout/hierarchy3"/>
    <dgm:cxn modelId="{CB40D125-870D-7047-9C57-C05441D26326}" type="presParOf" srcId="{CE5B4160-3DDD-6840-9D42-443EEE35E8C0}" destId="{927535F3-EB03-FE43-8477-4C2E1E19EA71}" srcOrd="2" destOrd="0" presId="urn:microsoft.com/office/officeart/2005/8/layout/hierarchy3"/>
    <dgm:cxn modelId="{00CD2AB8-475C-FC4A-BD90-DF405DD57BEF}" type="presParOf" srcId="{CE5B4160-3DDD-6840-9D42-443EEE35E8C0}" destId="{56C72866-E068-504B-AC23-46BE11A3AFD6}" srcOrd="3" destOrd="0" presId="urn:microsoft.com/office/officeart/2005/8/layout/hierarchy3"/>
    <dgm:cxn modelId="{539C08C9-F17A-BD44-9403-131761E874E8}" type="presParOf" srcId="{CE5B4160-3DDD-6840-9D42-443EEE35E8C0}" destId="{21AC515A-4C57-4440-8BF0-B8FD3C89A830}" srcOrd="4" destOrd="0" presId="urn:microsoft.com/office/officeart/2005/8/layout/hierarchy3"/>
    <dgm:cxn modelId="{58CCE75F-548D-7041-BED6-924AA1BC9038}" type="presParOf" srcId="{CE5B4160-3DDD-6840-9D42-443EEE35E8C0}" destId="{EDEEFB1D-C943-4345-BDDF-E475B0ACB138}" srcOrd="5" destOrd="0" presId="urn:microsoft.com/office/officeart/2005/8/layout/hierarchy3"/>
    <dgm:cxn modelId="{7ABF92F6-97A6-3448-8460-BCDA74B25083}" type="presParOf" srcId="{DC807ECA-F02E-E949-A3C5-B042D350DAFC}" destId="{8BB5BA8D-5BC4-734C-984B-EC3218A4E386}" srcOrd="1" destOrd="0" presId="urn:microsoft.com/office/officeart/2005/8/layout/hierarchy3"/>
    <dgm:cxn modelId="{2C5D96AC-D5B7-F440-8C6E-1949AD8C9039}" type="presParOf" srcId="{8BB5BA8D-5BC4-734C-984B-EC3218A4E386}" destId="{B4FDCFD9-C7A8-0F47-A22D-098882549456}" srcOrd="0" destOrd="0" presId="urn:microsoft.com/office/officeart/2005/8/layout/hierarchy3"/>
    <dgm:cxn modelId="{89640736-DE4C-6044-8B3C-63E5F322345F}" type="presParOf" srcId="{B4FDCFD9-C7A8-0F47-A22D-098882549456}" destId="{8A9F97FE-A8D0-E643-9E5D-D4FB851C32D1}" srcOrd="0" destOrd="0" presId="urn:microsoft.com/office/officeart/2005/8/layout/hierarchy3"/>
    <dgm:cxn modelId="{D7D0C5C6-A32C-3E4F-955A-FF0A0386C58B}" type="presParOf" srcId="{B4FDCFD9-C7A8-0F47-A22D-098882549456}" destId="{03891CE3-2B15-9345-8C92-178F6535CF6F}" srcOrd="1" destOrd="0" presId="urn:microsoft.com/office/officeart/2005/8/layout/hierarchy3"/>
    <dgm:cxn modelId="{966566BF-043E-5342-A47C-59AE0528077E}" type="presParOf" srcId="{8BB5BA8D-5BC4-734C-984B-EC3218A4E386}" destId="{8CE00F5A-FE24-5848-9F8D-F54BBE1B8393}" srcOrd="1" destOrd="0" presId="urn:microsoft.com/office/officeart/2005/8/layout/hierarchy3"/>
    <dgm:cxn modelId="{7816EE2B-27B9-D14B-9E0C-FF1518826EAC}" type="presParOf" srcId="{8CE00F5A-FE24-5848-9F8D-F54BBE1B8393}" destId="{835257FB-B975-2245-ABED-9DD314E00CB5}" srcOrd="0" destOrd="0" presId="urn:microsoft.com/office/officeart/2005/8/layout/hierarchy3"/>
    <dgm:cxn modelId="{3F5078F5-4139-EF47-9FFD-36E75639B498}" type="presParOf" srcId="{8CE00F5A-FE24-5848-9F8D-F54BBE1B8393}" destId="{64029934-2CE4-9142-A772-F15E232CAA31}" srcOrd="1" destOrd="0" presId="urn:microsoft.com/office/officeart/2005/8/layout/hierarchy3"/>
    <dgm:cxn modelId="{C2EC08A6-3058-0D4B-A796-D565D616FC8B}" type="presParOf" srcId="{8CE00F5A-FE24-5848-9F8D-F54BBE1B8393}" destId="{C1348D57-FD2A-EB4D-937B-46848ADDEE5B}" srcOrd="2" destOrd="0" presId="urn:microsoft.com/office/officeart/2005/8/layout/hierarchy3"/>
    <dgm:cxn modelId="{A4BFD5C8-F4F1-C745-B8DA-CC3E5F5D1A4E}" type="presParOf" srcId="{8CE00F5A-FE24-5848-9F8D-F54BBE1B8393}" destId="{37C00FE6-0AEB-F740-A4DD-8F213EC2E7A6}" srcOrd="3" destOrd="0" presId="urn:microsoft.com/office/officeart/2005/8/layout/hierarchy3"/>
    <dgm:cxn modelId="{DD50F719-0BA9-4345-ABF5-090F92E877C4}" type="presParOf" srcId="{DC807ECA-F02E-E949-A3C5-B042D350DAFC}" destId="{348366C3-4BB0-F64E-9E13-3B960FC01C48}" srcOrd="2" destOrd="0" presId="urn:microsoft.com/office/officeart/2005/8/layout/hierarchy3"/>
    <dgm:cxn modelId="{048DEE6C-8ACE-474B-99D8-089C38ED1D0C}" type="presParOf" srcId="{348366C3-4BB0-F64E-9E13-3B960FC01C48}" destId="{B6670F94-068E-2246-83EB-1C2E8D505B3F}" srcOrd="0" destOrd="0" presId="urn:microsoft.com/office/officeart/2005/8/layout/hierarchy3"/>
    <dgm:cxn modelId="{BA8F0367-906E-D54D-B8E0-11BB25961E37}" type="presParOf" srcId="{B6670F94-068E-2246-83EB-1C2E8D505B3F}" destId="{47F15486-E9E7-4B41-BA96-7CF29596F042}" srcOrd="0" destOrd="0" presId="urn:microsoft.com/office/officeart/2005/8/layout/hierarchy3"/>
    <dgm:cxn modelId="{BF5379D7-4F21-9443-8733-5866410D4D02}" type="presParOf" srcId="{B6670F94-068E-2246-83EB-1C2E8D505B3F}" destId="{3C568DE2-CC9E-2F4A-9228-F8665A7008CE}" srcOrd="1" destOrd="0" presId="urn:microsoft.com/office/officeart/2005/8/layout/hierarchy3"/>
    <dgm:cxn modelId="{D041C31C-5271-B143-9432-EE1BE99C4843}" type="presParOf" srcId="{348366C3-4BB0-F64E-9E13-3B960FC01C48}" destId="{AA716697-BF7D-184C-AF3C-AEC49A071450}" srcOrd="1" destOrd="0" presId="urn:microsoft.com/office/officeart/2005/8/layout/hierarchy3"/>
    <dgm:cxn modelId="{4D98DD63-5202-984F-B855-7A0ADE446945}" type="presParOf" srcId="{AA716697-BF7D-184C-AF3C-AEC49A071450}" destId="{556BE04F-74EC-084F-A70B-5C290F3D35E5}" srcOrd="0" destOrd="0" presId="urn:microsoft.com/office/officeart/2005/8/layout/hierarchy3"/>
    <dgm:cxn modelId="{31F60FFD-9AA4-F54F-BE12-28FCBC906B5B}" type="presParOf" srcId="{AA716697-BF7D-184C-AF3C-AEC49A071450}" destId="{59D1FEC0-A6D4-944B-B7E7-65391883B370}" srcOrd="1" destOrd="0" presId="urn:microsoft.com/office/officeart/2005/8/layout/hierarchy3"/>
    <dgm:cxn modelId="{F6FEA463-BB59-0E46-8DDA-03023B1452A7}" type="presParOf" srcId="{AA716697-BF7D-184C-AF3C-AEC49A071450}" destId="{ECDB2CCA-963D-9E4F-A5C7-9175C65FA5D3}" srcOrd="2" destOrd="0" presId="urn:microsoft.com/office/officeart/2005/8/layout/hierarchy3"/>
    <dgm:cxn modelId="{9D83D6DB-0756-D24B-B288-98B8A42B0674}" type="presParOf" srcId="{AA716697-BF7D-184C-AF3C-AEC49A071450}" destId="{9E76707B-7FA5-C941-BBC5-1D6041E12404}" srcOrd="3" destOrd="0" presId="urn:microsoft.com/office/officeart/2005/8/layout/hierarchy3"/>
    <dgm:cxn modelId="{3D5985C5-72C0-CF4D-8FC4-681EAB3FC891}" type="presParOf" srcId="{AA716697-BF7D-184C-AF3C-AEC49A071450}" destId="{63A19969-EFFB-304F-A2A8-D34D8AF3E6B2}" srcOrd="4" destOrd="0" presId="urn:microsoft.com/office/officeart/2005/8/layout/hierarchy3"/>
    <dgm:cxn modelId="{F257C2A1-36DF-B94C-9745-288B591EB83B}" type="presParOf" srcId="{AA716697-BF7D-184C-AF3C-AEC49A071450}" destId="{ACA832F2-9B5A-6248-BBD5-A86155D8D320}" srcOrd="5" destOrd="0" presId="urn:microsoft.com/office/officeart/2005/8/layout/hierarchy3"/>
    <dgm:cxn modelId="{5E2A8D7D-51F6-5541-8FFB-97EC5F7300A4}" type="presParOf" srcId="{AA716697-BF7D-184C-AF3C-AEC49A071450}" destId="{E418F641-95CC-0F4E-8CB5-540BF054BBC8}" srcOrd="6" destOrd="0" presId="urn:microsoft.com/office/officeart/2005/8/layout/hierarchy3"/>
    <dgm:cxn modelId="{0D724282-7443-3543-A79F-2A2AA52F7ECD}" type="presParOf" srcId="{AA716697-BF7D-184C-AF3C-AEC49A071450}" destId="{7D45FCDE-08A1-9249-A337-4C055A59979E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A114D2-7EDE-D046-9077-A7E0EBFDF707}" type="doc">
      <dgm:prSet loTypeId="urn:microsoft.com/office/officeart/2005/8/layout/l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95ED0AB-1CBA-6341-8278-7826AC1B0E15}">
      <dgm:prSet phldrT="[Texto]"/>
      <dgm:spPr/>
      <dgm:t>
        <a:bodyPr/>
        <a:lstStyle/>
        <a:p>
          <a:r>
            <a:rPr lang="es-ES_tradnl" dirty="0">
              <a:latin typeface="Arial" panose="020B0604020202020204" pitchFamily="34" charset="0"/>
            </a:rPr>
            <a:t>Tecnologías utilizadas</a:t>
          </a:r>
          <a:endParaRPr lang="es-MX" dirty="0"/>
        </a:p>
      </dgm:t>
    </dgm:pt>
    <dgm:pt modelId="{29C2B137-0177-AD40-AC6F-819396CBE6E1}" type="parTrans" cxnId="{B3C7C047-5595-2042-9211-F54F0629EDFB}">
      <dgm:prSet/>
      <dgm:spPr/>
      <dgm:t>
        <a:bodyPr/>
        <a:lstStyle/>
        <a:p>
          <a:endParaRPr lang="es-MX"/>
        </a:p>
      </dgm:t>
    </dgm:pt>
    <dgm:pt modelId="{FB0C4987-994E-BA44-A4C7-67680993700C}" type="sibTrans" cxnId="{B3C7C047-5595-2042-9211-F54F0629EDFB}">
      <dgm:prSet/>
      <dgm:spPr/>
      <dgm:t>
        <a:bodyPr/>
        <a:lstStyle/>
        <a:p>
          <a:endParaRPr lang="es-MX"/>
        </a:p>
      </dgm:t>
    </dgm:pt>
    <dgm:pt modelId="{EBC09B09-37F9-D84E-AFD2-8C6F9D3A0365}">
      <dgm:prSet phldrT="[Texto]"/>
      <dgm:spPr/>
      <dgm:t>
        <a:bodyPr/>
        <a:lstStyle/>
        <a:p>
          <a:pPr>
            <a:buSzTx/>
            <a:buNone/>
          </a:pPr>
          <a:r>
            <a:rPr lang="es-ES_tradnl" dirty="0">
              <a:latin typeface="Arial" panose="020B0604020202020204" pitchFamily="34" charset="0"/>
            </a:rPr>
            <a:t>Python </a:t>
          </a:r>
          <a:endParaRPr lang="es-MX" dirty="0"/>
        </a:p>
      </dgm:t>
    </dgm:pt>
    <dgm:pt modelId="{21F2AA86-349D-4F47-BA73-4AB746D469EE}" type="parTrans" cxnId="{0A32904F-2117-4440-9C91-3FE9AACC4189}">
      <dgm:prSet/>
      <dgm:spPr/>
      <dgm:t>
        <a:bodyPr/>
        <a:lstStyle/>
        <a:p>
          <a:endParaRPr lang="es-MX"/>
        </a:p>
      </dgm:t>
    </dgm:pt>
    <dgm:pt modelId="{1BFDC70C-12F1-134F-AF3C-C3144301DB85}" type="sibTrans" cxnId="{0A32904F-2117-4440-9C91-3FE9AACC4189}">
      <dgm:prSet/>
      <dgm:spPr/>
      <dgm:t>
        <a:bodyPr/>
        <a:lstStyle/>
        <a:p>
          <a:endParaRPr lang="es-MX"/>
        </a:p>
      </dgm:t>
    </dgm:pt>
    <dgm:pt modelId="{BB066365-0428-B744-A9EE-28EFAFEA985C}">
      <dgm:prSet phldrT="[Texto]"/>
      <dgm:spPr/>
      <dgm:t>
        <a:bodyPr/>
        <a:lstStyle/>
        <a:p>
          <a:r>
            <a:rPr lang="es-ES_tradnl" dirty="0">
              <a:latin typeface="Arial" panose="020B0604020202020204" pitchFamily="34" charset="0"/>
            </a:rPr>
            <a:t>Flujo de implementación</a:t>
          </a:r>
          <a:endParaRPr lang="es-MX" dirty="0"/>
        </a:p>
      </dgm:t>
    </dgm:pt>
    <dgm:pt modelId="{0BA78A01-F9CC-3B4B-8EEE-3F5CAF8C46E3}" type="parTrans" cxnId="{100EC7D4-36B3-2540-BCA8-52DBF864EF58}">
      <dgm:prSet/>
      <dgm:spPr/>
      <dgm:t>
        <a:bodyPr/>
        <a:lstStyle/>
        <a:p>
          <a:endParaRPr lang="es-MX"/>
        </a:p>
      </dgm:t>
    </dgm:pt>
    <dgm:pt modelId="{E24387C7-2DB8-B645-AC0C-FCC12F1195D5}" type="sibTrans" cxnId="{100EC7D4-36B3-2540-BCA8-52DBF864EF58}">
      <dgm:prSet/>
      <dgm:spPr/>
      <dgm:t>
        <a:bodyPr/>
        <a:lstStyle/>
        <a:p>
          <a:endParaRPr lang="es-MX"/>
        </a:p>
      </dgm:t>
    </dgm:pt>
    <dgm:pt modelId="{BF144609-AC8C-F04F-B100-E87F13B83CD2}">
      <dgm:prSet phldrT="[Texto]"/>
      <dgm:spPr/>
      <dgm:t>
        <a:bodyPr/>
        <a:lstStyle/>
        <a:p>
          <a:r>
            <a:rPr lang="es-ES_tradnl" dirty="0">
              <a:latin typeface="Arial" panose="020B0604020202020204" pitchFamily="34" charset="0"/>
            </a:rPr>
            <a:t>Modelo implementado</a:t>
          </a:r>
          <a:endParaRPr lang="es-MX" dirty="0"/>
        </a:p>
      </dgm:t>
    </dgm:pt>
    <dgm:pt modelId="{1A702F70-1358-EC41-995F-0D32C1D65434}" type="parTrans" cxnId="{E59DBEDA-138E-DE4B-B751-F8FAE66E049F}">
      <dgm:prSet/>
      <dgm:spPr/>
      <dgm:t>
        <a:bodyPr/>
        <a:lstStyle/>
        <a:p>
          <a:endParaRPr lang="es-MX"/>
        </a:p>
      </dgm:t>
    </dgm:pt>
    <dgm:pt modelId="{66E88D79-E572-5746-8D70-CA74AF994E28}" type="sibTrans" cxnId="{E59DBEDA-138E-DE4B-B751-F8FAE66E049F}">
      <dgm:prSet/>
      <dgm:spPr/>
      <dgm:t>
        <a:bodyPr/>
        <a:lstStyle/>
        <a:p>
          <a:endParaRPr lang="es-MX"/>
        </a:p>
      </dgm:t>
    </dgm:pt>
    <dgm:pt modelId="{D9D06DE5-F849-7646-ABBB-A7AB42478D68}">
      <dgm:prSet/>
      <dgm:spPr/>
      <dgm:t>
        <a:bodyPr/>
        <a:lstStyle/>
        <a:p>
          <a:r>
            <a:rPr lang="es-ES_tradnl" dirty="0">
              <a:latin typeface="Arial" panose="020B0604020202020204" pitchFamily="34" charset="0"/>
            </a:rPr>
            <a:t>Pandas </a:t>
          </a:r>
        </a:p>
      </dgm:t>
    </dgm:pt>
    <dgm:pt modelId="{D433EED7-45BC-4444-9D9B-95366873D32A}" type="parTrans" cxnId="{1051E8E0-35E8-B14E-81F2-17540C217481}">
      <dgm:prSet/>
      <dgm:spPr/>
      <dgm:t>
        <a:bodyPr/>
        <a:lstStyle/>
        <a:p>
          <a:endParaRPr lang="es-MX"/>
        </a:p>
      </dgm:t>
    </dgm:pt>
    <dgm:pt modelId="{08FF2C7A-CDF5-E445-AC35-586323F7820F}" type="sibTrans" cxnId="{1051E8E0-35E8-B14E-81F2-17540C217481}">
      <dgm:prSet/>
      <dgm:spPr/>
      <dgm:t>
        <a:bodyPr/>
        <a:lstStyle/>
        <a:p>
          <a:endParaRPr lang="es-MX"/>
        </a:p>
      </dgm:t>
    </dgm:pt>
    <dgm:pt modelId="{11602173-EB8E-B243-98DD-39838FD34B03}">
      <dgm:prSet/>
      <dgm:spPr/>
      <dgm:t>
        <a:bodyPr/>
        <a:lstStyle/>
        <a:p>
          <a:r>
            <a:rPr lang="es-ES_tradnl" dirty="0">
              <a:latin typeface="Arial"/>
              <a:cs typeface="Arial"/>
            </a:rPr>
            <a:t>NumPy </a:t>
          </a:r>
        </a:p>
      </dgm:t>
    </dgm:pt>
    <dgm:pt modelId="{4619B66F-286C-B045-90F0-8E0311E7B06C}" type="parTrans" cxnId="{5B028637-575A-E149-9258-0511B9DCB64F}">
      <dgm:prSet/>
      <dgm:spPr/>
      <dgm:t>
        <a:bodyPr/>
        <a:lstStyle/>
        <a:p>
          <a:endParaRPr lang="es-MX"/>
        </a:p>
      </dgm:t>
    </dgm:pt>
    <dgm:pt modelId="{4C994BE5-10B1-454A-BF98-522591E6825D}" type="sibTrans" cxnId="{5B028637-575A-E149-9258-0511B9DCB64F}">
      <dgm:prSet/>
      <dgm:spPr/>
      <dgm:t>
        <a:bodyPr/>
        <a:lstStyle/>
        <a:p>
          <a:endParaRPr lang="es-MX"/>
        </a:p>
      </dgm:t>
    </dgm:pt>
    <dgm:pt modelId="{46FCBF72-C7B8-C944-AE67-E2F60D8186EB}">
      <dgm:prSet/>
      <dgm:spPr/>
      <dgm:t>
        <a:bodyPr/>
        <a:lstStyle/>
        <a:p>
          <a:r>
            <a:rPr lang="es-ES_tradnl" dirty="0">
              <a:latin typeface="Arial"/>
              <a:cs typeface="Arial"/>
            </a:rPr>
            <a:t>Matplotlib</a:t>
          </a:r>
        </a:p>
      </dgm:t>
    </dgm:pt>
    <dgm:pt modelId="{40AE922D-167A-C443-BF4F-BED7F15F56BD}" type="parTrans" cxnId="{0C580D04-E16C-1147-9020-0764705C4EBD}">
      <dgm:prSet/>
      <dgm:spPr/>
      <dgm:t>
        <a:bodyPr/>
        <a:lstStyle/>
        <a:p>
          <a:endParaRPr lang="es-MX"/>
        </a:p>
      </dgm:t>
    </dgm:pt>
    <dgm:pt modelId="{B9BB4428-C2F8-5C4E-A162-556987F01C11}" type="sibTrans" cxnId="{0C580D04-E16C-1147-9020-0764705C4EBD}">
      <dgm:prSet/>
      <dgm:spPr/>
      <dgm:t>
        <a:bodyPr/>
        <a:lstStyle/>
        <a:p>
          <a:endParaRPr lang="es-MX"/>
        </a:p>
      </dgm:t>
    </dgm:pt>
    <dgm:pt modelId="{3825AE95-A929-B547-89AF-702D0003A86F}">
      <dgm:prSet/>
      <dgm:spPr/>
      <dgm:t>
        <a:bodyPr/>
        <a:lstStyle/>
        <a:p>
          <a:r>
            <a:rPr lang="es-ES_tradnl" dirty="0">
              <a:latin typeface="Arial"/>
              <a:cs typeface="Arial"/>
            </a:rPr>
            <a:t>Carga y preparación de datos históricos. </a:t>
          </a:r>
        </a:p>
      </dgm:t>
    </dgm:pt>
    <dgm:pt modelId="{D0609CB8-A52F-E84E-AA1A-EF84C5FDB927}" type="parTrans" cxnId="{2EB2DDB0-C70B-304A-AF1F-29C90DDB9876}">
      <dgm:prSet/>
      <dgm:spPr/>
      <dgm:t>
        <a:bodyPr/>
        <a:lstStyle/>
        <a:p>
          <a:endParaRPr lang="es-MX"/>
        </a:p>
      </dgm:t>
    </dgm:pt>
    <dgm:pt modelId="{B0DC6FFA-4C55-5947-BDAA-8A605425B314}" type="sibTrans" cxnId="{2EB2DDB0-C70B-304A-AF1F-29C90DDB9876}">
      <dgm:prSet/>
      <dgm:spPr/>
      <dgm:t>
        <a:bodyPr/>
        <a:lstStyle/>
        <a:p>
          <a:endParaRPr lang="es-MX"/>
        </a:p>
      </dgm:t>
    </dgm:pt>
    <dgm:pt modelId="{672F3EFD-3B15-F54A-AF27-677C94384395}">
      <dgm:prSet/>
      <dgm:spPr/>
      <dgm:t>
        <a:bodyPr/>
        <a:lstStyle/>
        <a:p>
          <a:r>
            <a:rPr lang="es-ES_tradnl">
              <a:latin typeface="Arial" panose="020B0604020202020204" pitchFamily="34" charset="0"/>
            </a:rPr>
            <a:t>Entrenamiento del modelo de regresión lineal. </a:t>
          </a:r>
          <a:endParaRPr lang="es-ES_tradnl" dirty="0">
            <a:latin typeface="Arial" panose="020B0604020202020204" pitchFamily="34" charset="0"/>
          </a:endParaRPr>
        </a:p>
      </dgm:t>
    </dgm:pt>
    <dgm:pt modelId="{BA3965DD-71FF-024F-B589-B577E8CC8883}" type="parTrans" cxnId="{15AAF921-C83D-8B47-82AC-F998AAE4091C}">
      <dgm:prSet/>
      <dgm:spPr/>
      <dgm:t>
        <a:bodyPr/>
        <a:lstStyle/>
        <a:p>
          <a:endParaRPr lang="es-MX"/>
        </a:p>
      </dgm:t>
    </dgm:pt>
    <dgm:pt modelId="{FDB1E105-9005-D344-9E3D-96E4E682BA35}" type="sibTrans" cxnId="{15AAF921-C83D-8B47-82AC-F998AAE4091C}">
      <dgm:prSet/>
      <dgm:spPr/>
      <dgm:t>
        <a:bodyPr/>
        <a:lstStyle/>
        <a:p>
          <a:endParaRPr lang="es-MX"/>
        </a:p>
      </dgm:t>
    </dgm:pt>
    <dgm:pt modelId="{D89573EB-5253-F44B-BC96-E2D16D9AC960}">
      <dgm:prSet/>
      <dgm:spPr/>
      <dgm:t>
        <a:bodyPr/>
        <a:lstStyle/>
        <a:p>
          <a:r>
            <a:rPr lang="es-ES_tradnl">
              <a:latin typeface="Arial" panose="020B0604020202020204" pitchFamily="34" charset="0"/>
            </a:rPr>
            <a:t>Generación de predicciones futuras. </a:t>
          </a:r>
          <a:endParaRPr lang="es-ES_tradnl" dirty="0">
            <a:latin typeface="Arial" panose="020B0604020202020204" pitchFamily="34" charset="0"/>
          </a:endParaRPr>
        </a:p>
      </dgm:t>
    </dgm:pt>
    <dgm:pt modelId="{78803DAF-E7D5-DB42-BD78-5BDE83BD5A1C}" type="parTrans" cxnId="{78AC7426-9F69-DC4D-8666-B9C705061465}">
      <dgm:prSet/>
      <dgm:spPr/>
      <dgm:t>
        <a:bodyPr/>
        <a:lstStyle/>
        <a:p>
          <a:endParaRPr lang="es-MX"/>
        </a:p>
      </dgm:t>
    </dgm:pt>
    <dgm:pt modelId="{7BF85ED8-D500-4840-BBEA-272813978F66}" type="sibTrans" cxnId="{78AC7426-9F69-DC4D-8666-B9C705061465}">
      <dgm:prSet/>
      <dgm:spPr/>
      <dgm:t>
        <a:bodyPr/>
        <a:lstStyle/>
        <a:p>
          <a:endParaRPr lang="es-MX"/>
        </a:p>
      </dgm:t>
    </dgm:pt>
    <dgm:pt modelId="{1C7E5650-A323-CC46-8592-D9278D2F4511}">
      <dgm:prSet/>
      <dgm:spPr/>
      <dgm:t>
        <a:bodyPr/>
        <a:lstStyle/>
        <a:p>
          <a:r>
            <a:rPr lang="es-ES_tradnl">
              <a:latin typeface="Arial" panose="020B0604020202020204" pitchFamily="34" charset="0"/>
            </a:rPr>
            <a:t>Visualización gráfica de resultados.</a:t>
          </a:r>
          <a:endParaRPr lang="es-ES_tradnl" dirty="0">
            <a:latin typeface="Arial" panose="020B0604020202020204" pitchFamily="34" charset="0"/>
          </a:endParaRPr>
        </a:p>
      </dgm:t>
    </dgm:pt>
    <dgm:pt modelId="{E5118AE1-921A-E842-BA35-BEFFE3E53DD2}" type="parTrans" cxnId="{4C4946D7-8990-744A-9AAE-5C9C3F6BF472}">
      <dgm:prSet/>
      <dgm:spPr/>
      <dgm:t>
        <a:bodyPr/>
        <a:lstStyle/>
        <a:p>
          <a:endParaRPr lang="es-MX"/>
        </a:p>
      </dgm:t>
    </dgm:pt>
    <dgm:pt modelId="{16D80136-9918-E749-BC0D-7CB3E349441C}" type="sibTrans" cxnId="{4C4946D7-8990-744A-9AAE-5C9C3F6BF472}">
      <dgm:prSet/>
      <dgm:spPr/>
      <dgm:t>
        <a:bodyPr/>
        <a:lstStyle/>
        <a:p>
          <a:endParaRPr lang="es-MX"/>
        </a:p>
      </dgm:t>
    </dgm:pt>
    <dgm:pt modelId="{47DBC6A6-81B8-F646-A217-89DCB15E4969}">
      <dgm:prSet/>
      <dgm:spPr/>
      <dgm:t>
        <a:bodyPr/>
        <a:lstStyle/>
        <a:p>
          <a:r>
            <a:rPr lang="es-ES_tradnl">
              <a:latin typeface="Arial" panose="020B0604020202020204" pitchFamily="34" charset="0"/>
            </a:rPr>
            <a:t>Modelo de regresión lineal simple. </a:t>
          </a:r>
          <a:endParaRPr lang="es-ES_tradnl" dirty="0">
            <a:latin typeface="Arial" panose="020B0604020202020204" pitchFamily="34" charset="0"/>
          </a:endParaRPr>
        </a:p>
      </dgm:t>
    </dgm:pt>
    <dgm:pt modelId="{8EF392D8-1C7A-E443-AE64-F6E924BA079B}" type="parTrans" cxnId="{99CB5028-0505-334F-A16D-D33FC850ED48}">
      <dgm:prSet/>
      <dgm:spPr/>
      <dgm:t>
        <a:bodyPr/>
        <a:lstStyle/>
        <a:p>
          <a:endParaRPr lang="es-MX"/>
        </a:p>
      </dgm:t>
    </dgm:pt>
    <dgm:pt modelId="{C4BE4B71-FC7D-5A41-A299-4149F9DAA2CB}" type="sibTrans" cxnId="{99CB5028-0505-334F-A16D-D33FC850ED48}">
      <dgm:prSet/>
      <dgm:spPr/>
      <dgm:t>
        <a:bodyPr/>
        <a:lstStyle/>
        <a:p>
          <a:endParaRPr lang="es-MX"/>
        </a:p>
      </dgm:t>
    </dgm:pt>
    <dgm:pt modelId="{7558CEA6-A3D0-EA49-8CE7-07C4A42DCBFA}">
      <dgm:prSet/>
      <dgm:spPr/>
      <dgm:t>
        <a:bodyPr/>
        <a:lstStyle/>
        <a:p>
          <a:r>
            <a:rPr lang="es-ES_tradnl">
              <a:latin typeface="Arial" panose="020B0604020202020204" pitchFamily="34" charset="0"/>
            </a:rPr>
            <a:t>Entrenado con 180 días de información histórica. </a:t>
          </a:r>
          <a:endParaRPr lang="es-ES_tradnl" dirty="0">
            <a:latin typeface="Arial" panose="020B0604020202020204" pitchFamily="34" charset="0"/>
          </a:endParaRPr>
        </a:p>
      </dgm:t>
    </dgm:pt>
    <dgm:pt modelId="{7A99E946-472C-E347-ABAA-FE8D21B0E261}" type="parTrans" cxnId="{9ACA42CC-349D-4940-9267-B92CD49DE221}">
      <dgm:prSet/>
      <dgm:spPr/>
      <dgm:t>
        <a:bodyPr/>
        <a:lstStyle/>
        <a:p>
          <a:endParaRPr lang="es-MX"/>
        </a:p>
      </dgm:t>
    </dgm:pt>
    <dgm:pt modelId="{02E31EC8-3717-AF41-9366-82A83549D5F4}" type="sibTrans" cxnId="{9ACA42CC-349D-4940-9267-B92CD49DE221}">
      <dgm:prSet/>
      <dgm:spPr/>
      <dgm:t>
        <a:bodyPr/>
        <a:lstStyle/>
        <a:p>
          <a:endParaRPr lang="es-MX"/>
        </a:p>
      </dgm:t>
    </dgm:pt>
    <dgm:pt modelId="{7925FEA3-D363-BA4F-920C-C48919DCD087}">
      <dgm:prSet/>
      <dgm:spPr/>
      <dgm:t>
        <a:bodyPr/>
        <a:lstStyle/>
        <a:p>
          <a:r>
            <a:rPr lang="es-ES_tradnl" dirty="0">
              <a:latin typeface="Arial" panose="020B0604020202020204" pitchFamily="34" charset="0"/>
            </a:rPr>
            <a:t>Predicción realizada para los siguientes 30 días.</a:t>
          </a:r>
        </a:p>
      </dgm:t>
    </dgm:pt>
    <dgm:pt modelId="{3EC9A3FC-0D42-3E43-80E0-1527991360CB}" type="parTrans" cxnId="{D7C2D8DE-6143-BC4C-B688-2A7B38E890BE}">
      <dgm:prSet/>
      <dgm:spPr/>
      <dgm:t>
        <a:bodyPr/>
        <a:lstStyle/>
        <a:p>
          <a:endParaRPr lang="es-MX"/>
        </a:p>
      </dgm:t>
    </dgm:pt>
    <dgm:pt modelId="{71B48336-FDF5-F149-890C-FF71F7542C0B}" type="sibTrans" cxnId="{D7C2D8DE-6143-BC4C-B688-2A7B38E890BE}">
      <dgm:prSet/>
      <dgm:spPr/>
      <dgm:t>
        <a:bodyPr/>
        <a:lstStyle/>
        <a:p>
          <a:endParaRPr lang="es-MX"/>
        </a:p>
      </dgm:t>
    </dgm:pt>
    <dgm:pt modelId="{CF470638-A2C4-4066-BC59-4947FB5A299B}">
      <dgm:prSet phldrT="[Texto]" phldr="0"/>
      <dgm:spPr/>
      <dgm:t>
        <a:bodyPr/>
        <a:lstStyle/>
        <a:p>
          <a:pPr rtl="0"/>
          <a:r>
            <a:rPr lang="es-ES_tradnl" sz="1800" dirty="0">
              <a:latin typeface="Arial"/>
              <a:cs typeface="Arial"/>
            </a:rPr>
            <a:t>Construcción de tabla comparativa. </a:t>
          </a:r>
        </a:p>
      </dgm:t>
    </dgm:pt>
    <dgm:pt modelId="{FBB649DC-1E8F-4EE5-B055-3C097F244CEB}" type="parTrans" cxnId="{A0007693-CB19-493B-A223-FDABF644F34A}">
      <dgm:prSet/>
      <dgm:spPr/>
    </dgm:pt>
    <dgm:pt modelId="{56535149-B9BC-44B7-BA00-B857285596B3}" type="sibTrans" cxnId="{A0007693-CB19-493B-A223-FDABF644F34A}">
      <dgm:prSet/>
      <dgm:spPr/>
    </dgm:pt>
    <dgm:pt modelId="{372B3BA0-ED99-4C20-912D-3E86ED7C7154}">
      <dgm:prSet phldrT="[Texto]" phldr="0"/>
      <dgm:spPr/>
      <dgm:t>
        <a:bodyPr/>
        <a:lstStyle/>
        <a:p>
          <a:r>
            <a:rPr lang="es-ES_tradnl" dirty="0">
              <a:latin typeface="Arial"/>
              <a:cs typeface="Arial"/>
            </a:rPr>
            <a:t>Seaborn</a:t>
          </a:r>
        </a:p>
      </dgm:t>
    </dgm:pt>
    <dgm:pt modelId="{1E72ADAF-79A7-40A9-B72C-F72C6EB646EE}" type="parTrans" cxnId="{C7E65B30-F012-4835-819A-0921F69EC593}">
      <dgm:prSet/>
      <dgm:spPr/>
    </dgm:pt>
    <dgm:pt modelId="{CFB0B6A3-C84A-4B6D-A9B2-3BBF2620489A}" type="sibTrans" cxnId="{C7E65B30-F012-4835-819A-0921F69EC593}">
      <dgm:prSet/>
      <dgm:spPr/>
    </dgm:pt>
    <dgm:pt modelId="{50608F40-E842-3A42-B7EC-FA9B296A7525}" type="pres">
      <dgm:prSet presAssocID="{3DA114D2-7EDE-D046-9077-A7E0EBFDF70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7E3BBDFE-F2F9-AA44-8D8C-1DD2A1C4869B}" type="pres">
      <dgm:prSet presAssocID="{B95ED0AB-1CBA-6341-8278-7826AC1B0E15}" presName="horFlow" presStyleCnt="0"/>
      <dgm:spPr/>
    </dgm:pt>
    <dgm:pt modelId="{D9C2B440-8433-ED4B-931B-9D88526F1E68}" type="pres">
      <dgm:prSet presAssocID="{B95ED0AB-1CBA-6341-8278-7826AC1B0E15}" presName="bigChev" presStyleLbl="node1" presStyleIdx="0" presStyleCnt="3"/>
      <dgm:spPr/>
    </dgm:pt>
    <dgm:pt modelId="{36827A13-D7ED-534F-A241-0953280497B9}" type="pres">
      <dgm:prSet presAssocID="{21F2AA86-349D-4F47-BA73-4AB746D469EE}" presName="parTrans" presStyleCnt="0"/>
      <dgm:spPr/>
    </dgm:pt>
    <dgm:pt modelId="{E30B889D-093B-6C48-BB45-D85DCEB27884}" type="pres">
      <dgm:prSet presAssocID="{EBC09B09-37F9-D84E-AFD2-8C6F9D3A0365}" presName="node" presStyleLbl="alignAccFollowNode1" presStyleIdx="0" presStyleCnt="13">
        <dgm:presLayoutVars>
          <dgm:bulletEnabled val="1"/>
        </dgm:presLayoutVars>
      </dgm:prSet>
      <dgm:spPr/>
    </dgm:pt>
    <dgm:pt modelId="{AE4B2D6B-0EDD-B74D-8772-624C1006285C}" type="pres">
      <dgm:prSet presAssocID="{1BFDC70C-12F1-134F-AF3C-C3144301DB85}" presName="sibTrans" presStyleCnt="0"/>
      <dgm:spPr/>
    </dgm:pt>
    <dgm:pt modelId="{CEA4562F-3DF9-D446-9F81-337BB7935385}" type="pres">
      <dgm:prSet presAssocID="{D9D06DE5-F849-7646-ABBB-A7AB42478D68}" presName="node" presStyleLbl="alignAccFollowNode1" presStyleIdx="1" presStyleCnt="13">
        <dgm:presLayoutVars>
          <dgm:bulletEnabled val="1"/>
        </dgm:presLayoutVars>
      </dgm:prSet>
      <dgm:spPr/>
    </dgm:pt>
    <dgm:pt modelId="{2F907ADA-C7D6-924F-8260-D991BF49FA01}" type="pres">
      <dgm:prSet presAssocID="{08FF2C7A-CDF5-E445-AC35-586323F7820F}" presName="sibTrans" presStyleCnt="0"/>
      <dgm:spPr/>
    </dgm:pt>
    <dgm:pt modelId="{926A95DD-46EE-0948-8924-9A2D4AC6EB8D}" type="pres">
      <dgm:prSet presAssocID="{11602173-EB8E-B243-98DD-39838FD34B03}" presName="node" presStyleLbl="alignAccFollowNode1" presStyleIdx="2" presStyleCnt="13">
        <dgm:presLayoutVars>
          <dgm:bulletEnabled val="1"/>
        </dgm:presLayoutVars>
      </dgm:prSet>
      <dgm:spPr/>
    </dgm:pt>
    <dgm:pt modelId="{0099202D-6EDC-7B41-9FD3-660E09BCBD89}" type="pres">
      <dgm:prSet presAssocID="{4C994BE5-10B1-454A-BF98-522591E6825D}" presName="sibTrans" presStyleCnt="0"/>
      <dgm:spPr/>
    </dgm:pt>
    <dgm:pt modelId="{A89241F6-1BA1-4EBE-AFF1-A8801246B451}" type="pres">
      <dgm:prSet presAssocID="{372B3BA0-ED99-4C20-912D-3E86ED7C7154}" presName="node" presStyleLbl="alignAccFollowNode1" presStyleIdx="3" presStyleCnt="13">
        <dgm:presLayoutVars>
          <dgm:bulletEnabled val="1"/>
        </dgm:presLayoutVars>
      </dgm:prSet>
      <dgm:spPr/>
    </dgm:pt>
    <dgm:pt modelId="{80C97DEF-B4FD-461A-A9D9-E036B7F17287}" type="pres">
      <dgm:prSet presAssocID="{CFB0B6A3-C84A-4B6D-A9B2-3BBF2620489A}" presName="sibTrans" presStyleCnt="0"/>
      <dgm:spPr/>
    </dgm:pt>
    <dgm:pt modelId="{632772CD-9C7D-E24D-93B1-C000A3BB7D8D}" type="pres">
      <dgm:prSet presAssocID="{46FCBF72-C7B8-C944-AE67-E2F60D8186EB}" presName="node" presStyleLbl="alignAccFollowNode1" presStyleIdx="4" presStyleCnt="13">
        <dgm:presLayoutVars>
          <dgm:bulletEnabled val="1"/>
        </dgm:presLayoutVars>
      </dgm:prSet>
      <dgm:spPr/>
    </dgm:pt>
    <dgm:pt modelId="{58F13D01-EFAB-1940-9425-10371128F19E}" type="pres">
      <dgm:prSet presAssocID="{B95ED0AB-1CBA-6341-8278-7826AC1B0E15}" presName="vSp" presStyleCnt="0"/>
      <dgm:spPr/>
    </dgm:pt>
    <dgm:pt modelId="{43C984C6-D407-5342-89FB-AA4C0DA11CF9}" type="pres">
      <dgm:prSet presAssocID="{BB066365-0428-B744-A9EE-28EFAFEA985C}" presName="horFlow" presStyleCnt="0"/>
      <dgm:spPr/>
    </dgm:pt>
    <dgm:pt modelId="{BCE69AC5-EDF5-6048-82A3-2F4E580882C0}" type="pres">
      <dgm:prSet presAssocID="{BB066365-0428-B744-A9EE-28EFAFEA985C}" presName="bigChev" presStyleLbl="node1" presStyleIdx="1" presStyleCnt="3"/>
      <dgm:spPr/>
    </dgm:pt>
    <dgm:pt modelId="{81D75693-FF9C-3F4C-A52F-455166CB794C}" type="pres">
      <dgm:prSet presAssocID="{D0609CB8-A52F-E84E-AA1A-EF84C5FDB927}" presName="parTrans" presStyleCnt="0"/>
      <dgm:spPr/>
    </dgm:pt>
    <dgm:pt modelId="{D63E9201-7A03-5F45-865F-676A48BB160C}" type="pres">
      <dgm:prSet presAssocID="{3825AE95-A929-B547-89AF-702D0003A86F}" presName="node" presStyleLbl="alignAccFollowNode1" presStyleIdx="5" presStyleCnt="13">
        <dgm:presLayoutVars>
          <dgm:bulletEnabled val="1"/>
        </dgm:presLayoutVars>
      </dgm:prSet>
      <dgm:spPr/>
    </dgm:pt>
    <dgm:pt modelId="{487F6291-056C-4E89-8985-257032843F0E}" type="pres">
      <dgm:prSet presAssocID="{B0DC6FFA-4C55-5947-BDAA-8A605425B314}" presName="sibTrans" presStyleCnt="0"/>
      <dgm:spPr/>
    </dgm:pt>
    <dgm:pt modelId="{4C642C97-12AB-AB4D-BC7B-4A63DD7015B4}" type="pres">
      <dgm:prSet presAssocID="{672F3EFD-3B15-F54A-AF27-677C94384395}" presName="node" presStyleLbl="alignAccFollowNode1" presStyleIdx="6" presStyleCnt="13">
        <dgm:presLayoutVars>
          <dgm:bulletEnabled val="1"/>
        </dgm:presLayoutVars>
      </dgm:prSet>
      <dgm:spPr/>
    </dgm:pt>
    <dgm:pt modelId="{F08889FC-75B7-4C57-A4AE-3A8CD819DAAE}" type="pres">
      <dgm:prSet presAssocID="{FDB1E105-9005-D344-9E3D-96E4E682BA35}" presName="sibTrans" presStyleCnt="0"/>
      <dgm:spPr/>
    </dgm:pt>
    <dgm:pt modelId="{3C6EDCAC-C7A9-394C-B1C8-2C99100064E5}" type="pres">
      <dgm:prSet presAssocID="{D89573EB-5253-F44B-BC96-E2D16D9AC960}" presName="node" presStyleLbl="alignAccFollowNode1" presStyleIdx="7" presStyleCnt="13">
        <dgm:presLayoutVars>
          <dgm:bulletEnabled val="1"/>
        </dgm:presLayoutVars>
      </dgm:prSet>
      <dgm:spPr/>
    </dgm:pt>
    <dgm:pt modelId="{57CCBC07-10CC-4DC2-AA75-DAC80CD57FE8}" type="pres">
      <dgm:prSet presAssocID="{7BF85ED8-D500-4840-BBEA-272813978F66}" presName="sibTrans" presStyleCnt="0"/>
      <dgm:spPr/>
    </dgm:pt>
    <dgm:pt modelId="{4ECAD6D7-A0CB-4EAC-B7CA-BB0CE1B92C57}" type="pres">
      <dgm:prSet presAssocID="{CF470638-A2C4-4066-BC59-4947FB5A299B}" presName="node" presStyleLbl="alignAccFollowNode1" presStyleIdx="8" presStyleCnt="13">
        <dgm:presLayoutVars>
          <dgm:bulletEnabled val="1"/>
        </dgm:presLayoutVars>
      </dgm:prSet>
      <dgm:spPr/>
    </dgm:pt>
    <dgm:pt modelId="{AD806653-A87F-49FE-86E8-03E0BAA12351}" type="pres">
      <dgm:prSet presAssocID="{56535149-B9BC-44B7-BA00-B857285596B3}" presName="sibTrans" presStyleCnt="0"/>
      <dgm:spPr/>
    </dgm:pt>
    <dgm:pt modelId="{D6F3DC2D-C8E8-2443-9968-4CBAC8788EB7}" type="pres">
      <dgm:prSet presAssocID="{1C7E5650-A323-CC46-8592-D9278D2F4511}" presName="node" presStyleLbl="alignAccFollowNode1" presStyleIdx="9" presStyleCnt="13">
        <dgm:presLayoutVars>
          <dgm:bulletEnabled val="1"/>
        </dgm:presLayoutVars>
      </dgm:prSet>
      <dgm:spPr/>
    </dgm:pt>
    <dgm:pt modelId="{A9AEE3D0-F421-8045-9FD4-B90A182E4311}" type="pres">
      <dgm:prSet presAssocID="{BB066365-0428-B744-A9EE-28EFAFEA985C}" presName="vSp" presStyleCnt="0"/>
      <dgm:spPr/>
    </dgm:pt>
    <dgm:pt modelId="{A09EEDE6-41DD-4A44-952A-8F6369D80256}" type="pres">
      <dgm:prSet presAssocID="{BF144609-AC8C-F04F-B100-E87F13B83CD2}" presName="horFlow" presStyleCnt="0"/>
      <dgm:spPr/>
    </dgm:pt>
    <dgm:pt modelId="{7A2119B2-BAB2-154A-8E45-93A406A4356F}" type="pres">
      <dgm:prSet presAssocID="{BF144609-AC8C-F04F-B100-E87F13B83CD2}" presName="bigChev" presStyleLbl="node1" presStyleIdx="2" presStyleCnt="3"/>
      <dgm:spPr/>
    </dgm:pt>
    <dgm:pt modelId="{644000F9-4B2C-774D-8347-334EBFE6AE14}" type="pres">
      <dgm:prSet presAssocID="{8EF392D8-1C7A-E443-AE64-F6E924BA079B}" presName="parTrans" presStyleCnt="0"/>
      <dgm:spPr/>
    </dgm:pt>
    <dgm:pt modelId="{834A784C-A7A9-5048-8412-CD13436C10B6}" type="pres">
      <dgm:prSet presAssocID="{47DBC6A6-81B8-F646-A217-89DCB15E4969}" presName="node" presStyleLbl="alignAccFollowNode1" presStyleIdx="10" presStyleCnt="13">
        <dgm:presLayoutVars>
          <dgm:bulletEnabled val="1"/>
        </dgm:presLayoutVars>
      </dgm:prSet>
      <dgm:spPr/>
    </dgm:pt>
    <dgm:pt modelId="{CDBC91A3-36B8-A140-BD1E-07F77E9F37CB}" type="pres">
      <dgm:prSet presAssocID="{C4BE4B71-FC7D-5A41-A299-4149F9DAA2CB}" presName="sibTrans" presStyleCnt="0"/>
      <dgm:spPr/>
    </dgm:pt>
    <dgm:pt modelId="{3CCB4C62-A04F-F54C-AA5F-901D012FD0CF}" type="pres">
      <dgm:prSet presAssocID="{7558CEA6-A3D0-EA49-8CE7-07C4A42DCBFA}" presName="node" presStyleLbl="alignAccFollowNode1" presStyleIdx="11" presStyleCnt="13">
        <dgm:presLayoutVars>
          <dgm:bulletEnabled val="1"/>
        </dgm:presLayoutVars>
      </dgm:prSet>
      <dgm:spPr/>
    </dgm:pt>
    <dgm:pt modelId="{55B38173-F52D-C34A-B5B9-C27893B16DC1}" type="pres">
      <dgm:prSet presAssocID="{02E31EC8-3717-AF41-9366-82A83549D5F4}" presName="sibTrans" presStyleCnt="0"/>
      <dgm:spPr/>
    </dgm:pt>
    <dgm:pt modelId="{145240E1-4F54-1B46-94F3-5BE46DC2B791}" type="pres">
      <dgm:prSet presAssocID="{7925FEA3-D363-BA4F-920C-C48919DCD087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0C580D04-E16C-1147-9020-0764705C4EBD}" srcId="{B95ED0AB-1CBA-6341-8278-7826AC1B0E15}" destId="{46FCBF72-C7B8-C944-AE67-E2F60D8186EB}" srcOrd="4" destOrd="0" parTransId="{40AE922D-167A-C443-BF4F-BED7F15F56BD}" sibTransId="{B9BB4428-C2F8-5C4E-A162-556987F01C11}"/>
    <dgm:cxn modelId="{6F3C9508-6311-4165-AAA2-89FC2F368E41}" type="presOf" srcId="{B95ED0AB-1CBA-6341-8278-7826AC1B0E15}" destId="{D9C2B440-8433-ED4B-931B-9D88526F1E68}" srcOrd="0" destOrd="0" presId="urn:microsoft.com/office/officeart/2005/8/layout/lProcess3"/>
    <dgm:cxn modelId="{30D2E60B-0478-4485-A998-930D376C8C6C}" type="presOf" srcId="{11602173-EB8E-B243-98DD-39838FD34B03}" destId="{926A95DD-46EE-0948-8924-9A2D4AC6EB8D}" srcOrd="0" destOrd="0" presId="urn:microsoft.com/office/officeart/2005/8/layout/lProcess3"/>
    <dgm:cxn modelId="{DBE97121-2D48-47EC-BCDD-D0D4F7A96173}" type="presOf" srcId="{672F3EFD-3B15-F54A-AF27-677C94384395}" destId="{4C642C97-12AB-AB4D-BC7B-4A63DD7015B4}" srcOrd="0" destOrd="0" presId="urn:microsoft.com/office/officeart/2005/8/layout/lProcess3"/>
    <dgm:cxn modelId="{15AAF921-C83D-8B47-82AC-F998AAE4091C}" srcId="{BB066365-0428-B744-A9EE-28EFAFEA985C}" destId="{672F3EFD-3B15-F54A-AF27-677C94384395}" srcOrd="1" destOrd="0" parTransId="{BA3965DD-71FF-024F-B589-B577E8CC8883}" sibTransId="{FDB1E105-9005-D344-9E3D-96E4E682BA35}"/>
    <dgm:cxn modelId="{78AC7426-9F69-DC4D-8666-B9C705061465}" srcId="{BB066365-0428-B744-A9EE-28EFAFEA985C}" destId="{D89573EB-5253-F44B-BC96-E2D16D9AC960}" srcOrd="2" destOrd="0" parTransId="{78803DAF-E7D5-DB42-BD78-5BDE83BD5A1C}" sibTransId="{7BF85ED8-D500-4840-BBEA-272813978F66}"/>
    <dgm:cxn modelId="{99CB5028-0505-334F-A16D-D33FC850ED48}" srcId="{BF144609-AC8C-F04F-B100-E87F13B83CD2}" destId="{47DBC6A6-81B8-F646-A217-89DCB15E4969}" srcOrd="0" destOrd="0" parTransId="{8EF392D8-1C7A-E443-AE64-F6E924BA079B}" sibTransId="{C4BE4B71-FC7D-5A41-A299-4149F9DAA2CB}"/>
    <dgm:cxn modelId="{C7E65B30-F012-4835-819A-0921F69EC593}" srcId="{B95ED0AB-1CBA-6341-8278-7826AC1B0E15}" destId="{372B3BA0-ED99-4C20-912D-3E86ED7C7154}" srcOrd="3" destOrd="0" parTransId="{1E72ADAF-79A7-40A9-B72C-F72C6EB646EE}" sibTransId="{CFB0B6A3-C84A-4B6D-A9B2-3BBF2620489A}"/>
    <dgm:cxn modelId="{893EF732-216C-4251-9363-2C3F3794FBE6}" type="presOf" srcId="{7925FEA3-D363-BA4F-920C-C48919DCD087}" destId="{145240E1-4F54-1B46-94F3-5BE46DC2B791}" srcOrd="0" destOrd="0" presId="urn:microsoft.com/office/officeart/2005/8/layout/lProcess3"/>
    <dgm:cxn modelId="{5B028637-575A-E149-9258-0511B9DCB64F}" srcId="{B95ED0AB-1CBA-6341-8278-7826AC1B0E15}" destId="{11602173-EB8E-B243-98DD-39838FD34B03}" srcOrd="2" destOrd="0" parTransId="{4619B66F-286C-B045-90F0-8E0311E7B06C}" sibTransId="{4C994BE5-10B1-454A-BF98-522591E6825D}"/>
    <dgm:cxn modelId="{284DB940-744F-4145-ADAF-6BE51A893F88}" type="presOf" srcId="{BB066365-0428-B744-A9EE-28EFAFEA985C}" destId="{BCE69AC5-EDF5-6048-82A3-2F4E580882C0}" srcOrd="0" destOrd="0" presId="urn:microsoft.com/office/officeart/2005/8/layout/lProcess3"/>
    <dgm:cxn modelId="{B3C7C047-5595-2042-9211-F54F0629EDFB}" srcId="{3DA114D2-7EDE-D046-9077-A7E0EBFDF707}" destId="{B95ED0AB-1CBA-6341-8278-7826AC1B0E15}" srcOrd="0" destOrd="0" parTransId="{29C2B137-0177-AD40-AC6F-819396CBE6E1}" sibTransId="{FB0C4987-994E-BA44-A4C7-67680993700C}"/>
    <dgm:cxn modelId="{76EABD4B-3910-4F60-8A81-EB3AEB1CC654}" type="presOf" srcId="{CF470638-A2C4-4066-BC59-4947FB5A299B}" destId="{4ECAD6D7-A0CB-4EAC-B7CA-BB0CE1B92C57}" srcOrd="0" destOrd="0" presId="urn:microsoft.com/office/officeart/2005/8/layout/lProcess3"/>
    <dgm:cxn modelId="{0A32904F-2117-4440-9C91-3FE9AACC4189}" srcId="{B95ED0AB-1CBA-6341-8278-7826AC1B0E15}" destId="{EBC09B09-37F9-D84E-AFD2-8C6F9D3A0365}" srcOrd="0" destOrd="0" parTransId="{21F2AA86-349D-4F47-BA73-4AB746D469EE}" sibTransId="{1BFDC70C-12F1-134F-AF3C-C3144301DB85}"/>
    <dgm:cxn modelId="{B6DAEB74-FC28-4438-A390-51FCC047DFB2}" type="presOf" srcId="{BF144609-AC8C-F04F-B100-E87F13B83CD2}" destId="{7A2119B2-BAB2-154A-8E45-93A406A4356F}" srcOrd="0" destOrd="0" presId="urn:microsoft.com/office/officeart/2005/8/layout/lProcess3"/>
    <dgm:cxn modelId="{771D4275-F5D7-4ABC-A15D-2B6DED5260EA}" type="presOf" srcId="{EBC09B09-37F9-D84E-AFD2-8C6F9D3A0365}" destId="{E30B889D-093B-6C48-BB45-D85DCEB27884}" srcOrd="0" destOrd="0" presId="urn:microsoft.com/office/officeart/2005/8/layout/lProcess3"/>
    <dgm:cxn modelId="{1036AC87-3069-4B7C-B63F-9ACBAB034089}" type="presOf" srcId="{7558CEA6-A3D0-EA49-8CE7-07C4A42DCBFA}" destId="{3CCB4C62-A04F-F54C-AA5F-901D012FD0CF}" srcOrd="0" destOrd="0" presId="urn:microsoft.com/office/officeart/2005/8/layout/lProcess3"/>
    <dgm:cxn modelId="{43EA7593-8EE5-4F33-8262-840022FDD82C}" type="presOf" srcId="{D89573EB-5253-F44B-BC96-E2D16D9AC960}" destId="{3C6EDCAC-C7A9-394C-B1C8-2C99100064E5}" srcOrd="0" destOrd="0" presId="urn:microsoft.com/office/officeart/2005/8/layout/lProcess3"/>
    <dgm:cxn modelId="{A0007693-CB19-493B-A223-FDABF644F34A}" srcId="{BB066365-0428-B744-A9EE-28EFAFEA985C}" destId="{CF470638-A2C4-4066-BC59-4947FB5A299B}" srcOrd="3" destOrd="0" parTransId="{FBB649DC-1E8F-4EE5-B055-3C097F244CEB}" sibTransId="{56535149-B9BC-44B7-BA00-B857285596B3}"/>
    <dgm:cxn modelId="{12AEED94-BC1C-46F2-B4B7-EFB7F226F015}" type="presOf" srcId="{372B3BA0-ED99-4C20-912D-3E86ED7C7154}" destId="{A89241F6-1BA1-4EBE-AFF1-A8801246B451}" srcOrd="0" destOrd="0" presId="urn:microsoft.com/office/officeart/2005/8/layout/lProcess3"/>
    <dgm:cxn modelId="{9140619D-FA26-4B0E-89A7-CE25875606ED}" type="presOf" srcId="{D9D06DE5-F849-7646-ABBB-A7AB42478D68}" destId="{CEA4562F-3DF9-D446-9F81-337BB7935385}" srcOrd="0" destOrd="0" presId="urn:microsoft.com/office/officeart/2005/8/layout/lProcess3"/>
    <dgm:cxn modelId="{4B6998AE-ACD6-49D6-848E-9A2B37DA017C}" type="presOf" srcId="{1C7E5650-A323-CC46-8592-D9278D2F4511}" destId="{D6F3DC2D-C8E8-2443-9968-4CBAC8788EB7}" srcOrd="0" destOrd="0" presId="urn:microsoft.com/office/officeart/2005/8/layout/lProcess3"/>
    <dgm:cxn modelId="{2EB2DDB0-C70B-304A-AF1F-29C90DDB9876}" srcId="{BB066365-0428-B744-A9EE-28EFAFEA985C}" destId="{3825AE95-A929-B547-89AF-702D0003A86F}" srcOrd="0" destOrd="0" parTransId="{D0609CB8-A52F-E84E-AA1A-EF84C5FDB927}" sibTransId="{B0DC6FFA-4C55-5947-BDAA-8A605425B314}"/>
    <dgm:cxn modelId="{0A7DDEB4-10CA-4D99-980B-49D4097E58D0}" type="presOf" srcId="{47DBC6A6-81B8-F646-A217-89DCB15E4969}" destId="{834A784C-A7A9-5048-8412-CD13436C10B6}" srcOrd="0" destOrd="0" presId="urn:microsoft.com/office/officeart/2005/8/layout/lProcess3"/>
    <dgm:cxn modelId="{909473C0-61E6-C347-A312-28D0C72F6B93}" type="presOf" srcId="{3DA114D2-7EDE-D046-9077-A7E0EBFDF707}" destId="{50608F40-E842-3A42-B7EC-FA9B296A7525}" srcOrd="0" destOrd="0" presId="urn:microsoft.com/office/officeart/2005/8/layout/lProcess3"/>
    <dgm:cxn modelId="{9ACA42CC-349D-4940-9267-B92CD49DE221}" srcId="{BF144609-AC8C-F04F-B100-E87F13B83CD2}" destId="{7558CEA6-A3D0-EA49-8CE7-07C4A42DCBFA}" srcOrd="1" destOrd="0" parTransId="{7A99E946-472C-E347-ABAA-FE8D21B0E261}" sibTransId="{02E31EC8-3717-AF41-9366-82A83549D5F4}"/>
    <dgm:cxn modelId="{432245CD-1DBF-4FE0-9624-777B29416AFC}" type="presOf" srcId="{46FCBF72-C7B8-C944-AE67-E2F60D8186EB}" destId="{632772CD-9C7D-E24D-93B1-C000A3BB7D8D}" srcOrd="0" destOrd="0" presId="urn:microsoft.com/office/officeart/2005/8/layout/lProcess3"/>
    <dgm:cxn modelId="{100EC7D4-36B3-2540-BCA8-52DBF864EF58}" srcId="{3DA114D2-7EDE-D046-9077-A7E0EBFDF707}" destId="{BB066365-0428-B744-A9EE-28EFAFEA985C}" srcOrd="1" destOrd="0" parTransId="{0BA78A01-F9CC-3B4B-8EEE-3F5CAF8C46E3}" sibTransId="{E24387C7-2DB8-B645-AC0C-FCC12F1195D5}"/>
    <dgm:cxn modelId="{4C4946D7-8990-744A-9AAE-5C9C3F6BF472}" srcId="{BB066365-0428-B744-A9EE-28EFAFEA985C}" destId="{1C7E5650-A323-CC46-8592-D9278D2F4511}" srcOrd="4" destOrd="0" parTransId="{E5118AE1-921A-E842-BA35-BEFFE3E53DD2}" sibTransId="{16D80136-9918-E749-BC0D-7CB3E349441C}"/>
    <dgm:cxn modelId="{E59DBEDA-138E-DE4B-B751-F8FAE66E049F}" srcId="{3DA114D2-7EDE-D046-9077-A7E0EBFDF707}" destId="{BF144609-AC8C-F04F-B100-E87F13B83CD2}" srcOrd="2" destOrd="0" parTransId="{1A702F70-1358-EC41-995F-0D32C1D65434}" sibTransId="{66E88D79-E572-5746-8D70-CA74AF994E28}"/>
    <dgm:cxn modelId="{D7C2D8DE-6143-BC4C-B688-2A7B38E890BE}" srcId="{BF144609-AC8C-F04F-B100-E87F13B83CD2}" destId="{7925FEA3-D363-BA4F-920C-C48919DCD087}" srcOrd="2" destOrd="0" parTransId="{3EC9A3FC-0D42-3E43-80E0-1527991360CB}" sibTransId="{71B48336-FDF5-F149-890C-FF71F7542C0B}"/>
    <dgm:cxn modelId="{1051E8E0-35E8-B14E-81F2-17540C217481}" srcId="{B95ED0AB-1CBA-6341-8278-7826AC1B0E15}" destId="{D9D06DE5-F849-7646-ABBB-A7AB42478D68}" srcOrd="1" destOrd="0" parTransId="{D433EED7-45BC-4444-9D9B-95366873D32A}" sibTransId="{08FF2C7A-CDF5-E445-AC35-586323F7820F}"/>
    <dgm:cxn modelId="{8932E5E1-1C3E-490F-8193-63838A56DFA5}" type="presOf" srcId="{3825AE95-A929-B547-89AF-702D0003A86F}" destId="{D63E9201-7A03-5F45-865F-676A48BB160C}" srcOrd="0" destOrd="0" presId="urn:microsoft.com/office/officeart/2005/8/layout/lProcess3"/>
    <dgm:cxn modelId="{1DCA2FA6-8459-41A3-B341-5576F9F981C0}" type="presParOf" srcId="{50608F40-E842-3A42-B7EC-FA9B296A7525}" destId="{7E3BBDFE-F2F9-AA44-8D8C-1DD2A1C4869B}" srcOrd="0" destOrd="0" presId="urn:microsoft.com/office/officeart/2005/8/layout/lProcess3"/>
    <dgm:cxn modelId="{3320BDDA-9529-4B3C-9719-69F853BE7FAB}" type="presParOf" srcId="{7E3BBDFE-F2F9-AA44-8D8C-1DD2A1C4869B}" destId="{D9C2B440-8433-ED4B-931B-9D88526F1E68}" srcOrd="0" destOrd="0" presId="urn:microsoft.com/office/officeart/2005/8/layout/lProcess3"/>
    <dgm:cxn modelId="{DD4C2B6A-885E-46BA-A75C-229ABC99882C}" type="presParOf" srcId="{7E3BBDFE-F2F9-AA44-8D8C-1DD2A1C4869B}" destId="{36827A13-D7ED-534F-A241-0953280497B9}" srcOrd="1" destOrd="0" presId="urn:microsoft.com/office/officeart/2005/8/layout/lProcess3"/>
    <dgm:cxn modelId="{B549DEDA-D0AA-4DA0-9501-9334D5A53B71}" type="presParOf" srcId="{7E3BBDFE-F2F9-AA44-8D8C-1DD2A1C4869B}" destId="{E30B889D-093B-6C48-BB45-D85DCEB27884}" srcOrd="2" destOrd="0" presId="urn:microsoft.com/office/officeart/2005/8/layout/lProcess3"/>
    <dgm:cxn modelId="{09E70C9C-2DEA-4542-BA3A-58DF440B83FC}" type="presParOf" srcId="{7E3BBDFE-F2F9-AA44-8D8C-1DD2A1C4869B}" destId="{AE4B2D6B-0EDD-B74D-8772-624C1006285C}" srcOrd="3" destOrd="0" presId="urn:microsoft.com/office/officeart/2005/8/layout/lProcess3"/>
    <dgm:cxn modelId="{8CB86FEE-E2E4-4EE7-8405-6B704FBCE07A}" type="presParOf" srcId="{7E3BBDFE-F2F9-AA44-8D8C-1DD2A1C4869B}" destId="{CEA4562F-3DF9-D446-9F81-337BB7935385}" srcOrd="4" destOrd="0" presId="urn:microsoft.com/office/officeart/2005/8/layout/lProcess3"/>
    <dgm:cxn modelId="{45DF2A93-553E-4750-BFB5-BE52E1C8FD6A}" type="presParOf" srcId="{7E3BBDFE-F2F9-AA44-8D8C-1DD2A1C4869B}" destId="{2F907ADA-C7D6-924F-8260-D991BF49FA01}" srcOrd="5" destOrd="0" presId="urn:microsoft.com/office/officeart/2005/8/layout/lProcess3"/>
    <dgm:cxn modelId="{59BE8C08-F0C8-4C55-9411-C4E9DB61FD26}" type="presParOf" srcId="{7E3BBDFE-F2F9-AA44-8D8C-1DD2A1C4869B}" destId="{926A95DD-46EE-0948-8924-9A2D4AC6EB8D}" srcOrd="6" destOrd="0" presId="urn:microsoft.com/office/officeart/2005/8/layout/lProcess3"/>
    <dgm:cxn modelId="{45AEC216-4E49-4F7B-BCF2-DD150B8C5A7B}" type="presParOf" srcId="{7E3BBDFE-F2F9-AA44-8D8C-1DD2A1C4869B}" destId="{0099202D-6EDC-7B41-9FD3-660E09BCBD89}" srcOrd="7" destOrd="0" presId="urn:microsoft.com/office/officeart/2005/8/layout/lProcess3"/>
    <dgm:cxn modelId="{26D52C28-5A01-4295-A643-8850D4552191}" type="presParOf" srcId="{7E3BBDFE-F2F9-AA44-8D8C-1DD2A1C4869B}" destId="{A89241F6-1BA1-4EBE-AFF1-A8801246B451}" srcOrd="8" destOrd="0" presId="urn:microsoft.com/office/officeart/2005/8/layout/lProcess3"/>
    <dgm:cxn modelId="{EFB70803-F19D-4BED-8C1C-6E33FBABB744}" type="presParOf" srcId="{7E3BBDFE-F2F9-AA44-8D8C-1DD2A1C4869B}" destId="{80C97DEF-B4FD-461A-A9D9-E036B7F17287}" srcOrd="9" destOrd="0" presId="urn:microsoft.com/office/officeart/2005/8/layout/lProcess3"/>
    <dgm:cxn modelId="{D09F58CB-051D-4E4E-A9D8-9DA9B399AFBE}" type="presParOf" srcId="{7E3BBDFE-F2F9-AA44-8D8C-1DD2A1C4869B}" destId="{632772CD-9C7D-E24D-93B1-C000A3BB7D8D}" srcOrd="10" destOrd="0" presId="urn:microsoft.com/office/officeart/2005/8/layout/lProcess3"/>
    <dgm:cxn modelId="{6986474E-2E7B-4107-9999-473BCC15DB23}" type="presParOf" srcId="{50608F40-E842-3A42-B7EC-FA9B296A7525}" destId="{58F13D01-EFAB-1940-9425-10371128F19E}" srcOrd="1" destOrd="0" presId="urn:microsoft.com/office/officeart/2005/8/layout/lProcess3"/>
    <dgm:cxn modelId="{BBF3E95E-06A0-44BB-B999-790874EC6757}" type="presParOf" srcId="{50608F40-E842-3A42-B7EC-FA9B296A7525}" destId="{43C984C6-D407-5342-89FB-AA4C0DA11CF9}" srcOrd="2" destOrd="0" presId="urn:microsoft.com/office/officeart/2005/8/layout/lProcess3"/>
    <dgm:cxn modelId="{73E27466-C8DA-4616-968D-7A4E66A8846D}" type="presParOf" srcId="{43C984C6-D407-5342-89FB-AA4C0DA11CF9}" destId="{BCE69AC5-EDF5-6048-82A3-2F4E580882C0}" srcOrd="0" destOrd="0" presId="urn:microsoft.com/office/officeart/2005/8/layout/lProcess3"/>
    <dgm:cxn modelId="{301CB798-AD6D-4228-8580-13E9EF5C5512}" type="presParOf" srcId="{43C984C6-D407-5342-89FB-AA4C0DA11CF9}" destId="{81D75693-FF9C-3F4C-A52F-455166CB794C}" srcOrd="1" destOrd="0" presId="urn:microsoft.com/office/officeart/2005/8/layout/lProcess3"/>
    <dgm:cxn modelId="{819F37D5-9F37-4407-B204-E6EC6B4FE733}" type="presParOf" srcId="{43C984C6-D407-5342-89FB-AA4C0DA11CF9}" destId="{D63E9201-7A03-5F45-865F-676A48BB160C}" srcOrd="2" destOrd="0" presId="urn:microsoft.com/office/officeart/2005/8/layout/lProcess3"/>
    <dgm:cxn modelId="{71750C52-2C95-40CC-A2A5-87B4FDF122E5}" type="presParOf" srcId="{43C984C6-D407-5342-89FB-AA4C0DA11CF9}" destId="{487F6291-056C-4E89-8985-257032843F0E}" srcOrd="3" destOrd="0" presId="urn:microsoft.com/office/officeart/2005/8/layout/lProcess3"/>
    <dgm:cxn modelId="{38A9B6DD-80DA-4BCA-9921-9037C9D941EB}" type="presParOf" srcId="{43C984C6-D407-5342-89FB-AA4C0DA11CF9}" destId="{4C642C97-12AB-AB4D-BC7B-4A63DD7015B4}" srcOrd="4" destOrd="0" presId="urn:microsoft.com/office/officeart/2005/8/layout/lProcess3"/>
    <dgm:cxn modelId="{A572E663-F6E4-440E-B978-EA8A4D12301D}" type="presParOf" srcId="{43C984C6-D407-5342-89FB-AA4C0DA11CF9}" destId="{F08889FC-75B7-4C57-A4AE-3A8CD819DAAE}" srcOrd="5" destOrd="0" presId="urn:microsoft.com/office/officeart/2005/8/layout/lProcess3"/>
    <dgm:cxn modelId="{B31E3A01-7A66-40CA-845E-AB659F2B26DA}" type="presParOf" srcId="{43C984C6-D407-5342-89FB-AA4C0DA11CF9}" destId="{3C6EDCAC-C7A9-394C-B1C8-2C99100064E5}" srcOrd="6" destOrd="0" presId="urn:microsoft.com/office/officeart/2005/8/layout/lProcess3"/>
    <dgm:cxn modelId="{AF3B2917-F52B-43CD-8F35-6581C7545652}" type="presParOf" srcId="{43C984C6-D407-5342-89FB-AA4C0DA11CF9}" destId="{57CCBC07-10CC-4DC2-AA75-DAC80CD57FE8}" srcOrd="7" destOrd="0" presId="urn:microsoft.com/office/officeart/2005/8/layout/lProcess3"/>
    <dgm:cxn modelId="{E62340D1-E3F0-4B86-AFAB-5ECD4CE22844}" type="presParOf" srcId="{43C984C6-D407-5342-89FB-AA4C0DA11CF9}" destId="{4ECAD6D7-A0CB-4EAC-B7CA-BB0CE1B92C57}" srcOrd="8" destOrd="0" presId="urn:microsoft.com/office/officeart/2005/8/layout/lProcess3"/>
    <dgm:cxn modelId="{A5B5E8CD-3980-4139-A90D-EF7FD49D1089}" type="presParOf" srcId="{43C984C6-D407-5342-89FB-AA4C0DA11CF9}" destId="{AD806653-A87F-49FE-86E8-03E0BAA12351}" srcOrd="9" destOrd="0" presId="urn:microsoft.com/office/officeart/2005/8/layout/lProcess3"/>
    <dgm:cxn modelId="{D096781D-60EB-4836-B194-6F388C557134}" type="presParOf" srcId="{43C984C6-D407-5342-89FB-AA4C0DA11CF9}" destId="{D6F3DC2D-C8E8-2443-9968-4CBAC8788EB7}" srcOrd="10" destOrd="0" presId="urn:microsoft.com/office/officeart/2005/8/layout/lProcess3"/>
    <dgm:cxn modelId="{0DC2DA43-E77D-4DD4-A93B-8A79405492A5}" type="presParOf" srcId="{50608F40-E842-3A42-B7EC-FA9B296A7525}" destId="{A9AEE3D0-F421-8045-9FD4-B90A182E4311}" srcOrd="3" destOrd="0" presId="urn:microsoft.com/office/officeart/2005/8/layout/lProcess3"/>
    <dgm:cxn modelId="{990FA958-AA60-4EE3-8D20-EFE29DF0F065}" type="presParOf" srcId="{50608F40-E842-3A42-B7EC-FA9B296A7525}" destId="{A09EEDE6-41DD-4A44-952A-8F6369D80256}" srcOrd="4" destOrd="0" presId="urn:microsoft.com/office/officeart/2005/8/layout/lProcess3"/>
    <dgm:cxn modelId="{6AB79FA8-7816-437C-A734-6EB42F2D2C04}" type="presParOf" srcId="{A09EEDE6-41DD-4A44-952A-8F6369D80256}" destId="{7A2119B2-BAB2-154A-8E45-93A406A4356F}" srcOrd="0" destOrd="0" presId="urn:microsoft.com/office/officeart/2005/8/layout/lProcess3"/>
    <dgm:cxn modelId="{E952BBDE-FF9A-4C32-86BB-ED536F7A7E63}" type="presParOf" srcId="{A09EEDE6-41DD-4A44-952A-8F6369D80256}" destId="{644000F9-4B2C-774D-8347-334EBFE6AE14}" srcOrd="1" destOrd="0" presId="urn:microsoft.com/office/officeart/2005/8/layout/lProcess3"/>
    <dgm:cxn modelId="{E47639BF-F5BD-44EA-BA86-16811D783B86}" type="presParOf" srcId="{A09EEDE6-41DD-4A44-952A-8F6369D80256}" destId="{834A784C-A7A9-5048-8412-CD13436C10B6}" srcOrd="2" destOrd="0" presId="urn:microsoft.com/office/officeart/2005/8/layout/lProcess3"/>
    <dgm:cxn modelId="{6E4B462A-2C5F-42DD-948F-FB00F6FAB220}" type="presParOf" srcId="{A09EEDE6-41DD-4A44-952A-8F6369D80256}" destId="{CDBC91A3-36B8-A140-BD1E-07F77E9F37CB}" srcOrd="3" destOrd="0" presId="urn:microsoft.com/office/officeart/2005/8/layout/lProcess3"/>
    <dgm:cxn modelId="{DCB5E882-2894-4F12-B7D4-798DC3DE603B}" type="presParOf" srcId="{A09EEDE6-41DD-4A44-952A-8F6369D80256}" destId="{3CCB4C62-A04F-F54C-AA5F-901D012FD0CF}" srcOrd="4" destOrd="0" presId="urn:microsoft.com/office/officeart/2005/8/layout/lProcess3"/>
    <dgm:cxn modelId="{1C6038FA-5099-41EC-A1FC-F525CF1EF6A8}" type="presParOf" srcId="{A09EEDE6-41DD-4A44-952A-8F6369D80256}" destId="{55B38173-F52D-C34A-B5B9-C27893B16DC1}" srcOrd="5" destOrd="0" presId="urn:microsoft.com/office/officeart/2005/8/layout/lProcess3"/>
    <dgm:cxn modelId="{4CE69AF3-BD05-43F3-9964-BC13FC1F91B7}" type="presParOf" srcId="{A09EEDE6-41DD-4A44-952A-8F6369D80256}" destId="{145240E1-4F54-1B46-94F3-5BE46DC2B791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FFB2F7C-2871-2E46-A35B-20D4A189FE1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EF6F14E-A218-6F45-AE6D-68C53B63F467}">
      <dgm:prSet/>
      <dgm:spPr/>
      <dgm:t>
        <a:bodyPr vert="vert270"/>
        <a:lstStyle/>
        <a:p>
          <a:r>
            <a:rPr lang="es-PE" b="1" dirty="0">
              <a:latin typeface="Tw Cen MT" panose="020B0602020104020603"/>
            </a:rPr>
            <a:t>Insights</a:t>
          </a:r>
          <a:endParaRPr lang="es-PE" dirty="0"/>
        </a:p>
      </dgm:t>
    </dgm:pt>
    <dgm:pt modelId="{327F4AAB-7A3C-1743-8C66-B691E81D538F}" type="parTrans" cxnId="{B6662FB6-A676-6740-95C2-ED9870D29690}">
      <dgm:prSet/>
      <dgm:spPr/>
      <dgm:t>
        <a:bodyPr/>
        <a:lstStyle/>
        <a:p>
          <a:endParaRPr lang="es-MX"/>
        </a:p>
      </dgm:t>
    </dgm:pt>
    <dgm:pt modelId="{AD6611C3-EDA1-374C-A6A4-4B1A2095DAC7}" type="sibTrans" cxnId="{B6662FB6-A676-6740-95C2-ED9870D29690}">
      <dgm:prSet/>
      <dgm:spPr/>
      <dgm:t>
        <a:bodyPr/>
        <a:lstStyle/>
        <a:p>
          <a:endParaRPr lang="es-MX"/>
        </a:p>
      </dgm:t>
    </dgm:pt>
    <dgm:pt modelId="{9A440A7C-BDF8-DF48-9A7D-CCC98D081590}">
      <dgm:prSet/>
      <dgm:spPr/>
      <dgm:t>
        <a:bodyPr/>
        <a:lstStyle/>
        <a:p>
          <a:r>
            <a:rPr lang="es-PE" dirty="0"/>
            <a:t>Se identificó una tendencia creciente en la rotación/no renovación. </a:t>
          </a:r>
        </a:p>
      </dgm:t>
    </dgm:pt>
    <dgm:pt modelId="{066A0F7D-989A-4B41-9394-1A266F37F449}" type="parTrans" cxnId="{C5EE398D-F7D6-D14C-B85E-25B487F8F0B2}">
      <dgm:prSet/>
      <dgm:spPr/>
      <dgm:t>
        <a:bodyPr/>
        <a:lstStyle/>
        <a:p>
          <a:endParaRPr lang="es-MX"/>
        </a:p>
      </dgm:t>
    </dgm:pt>
    <dgm:pt modelId="{250C62FA-C57B-7A4B-B6AB-580576B35FF4}" type="sibTrans" cxnId="{C5EE398D-F7D6-D14C-B85E-25B487F8F0B2}">
      <dgm:prSet/>
      <dgm:spPr/>
      <dgm:t>
        <a:bodyPr/>
        <a:lstStyle/>
        <a:p>
          <a:endParaRPr lang="es-MX"/>
        </a:p>
      </dgm:t>
    </dgm:pt>
    <dgm:pt modelId="{7F260E63-C0B3-5F44-BDC8-F9FA9D81195C}">
      <dgm:prSet/>
      <dgm:spPr/>
      <dgm:t>
        <a:bodyPr/>
        <a:lstStyle/>
        <a:p>
          <a:r>
            <a:rPr lang="es-PE" dirty="0"/>
            <a:t>El modelo logró seguir el comportamiento general de la data. </a:t>
          </a:r>
        </a:p>
      </dgm:t>
    </dgm:pt>
    <dgm:pt modelId="{61B55105-94E5-8746-B476-CB06196E1301}" type="parTrans" cxnId="{060CB878-27C3-9F41-AD13-4FA7DE582E07}">
      <dgm:prSet/>
      <dgm:spPr/>
      <dgm:t>
        <a:bodyPr/>
        <a:lstStyle/>
        <a:p>
          <a:endParaRPr lang="es-MX"/>
        </a:p>
      </dgm:t>
    </dgm:pt>
    <dgm:pt modelId="{A7870BE5-FF61-2945-8530-064FBB0020CB}" type="sibTrans" cxnId="{060CB878-27C3-9F41-AD13-4FA7DE582E07}">
      <dgm:prSet/>
      <dgm:spPr/>
      <dgm:t>
        <a:bodyPr/>
        <a:lstStyle/>
        <a:p>
          <a:endParaRPr lang="es-MX"/>
        </a:p>
      </dgm:t>
    </dgm:pt>
    <dgm:pt modelId="{32B8057F-3437-D04B-B550-FACC3849F8F4}">
      <dgm:prSet/>
      <dgm:spPr/>
      <dgm:t>
        <a:bodyPr/>
        <a:lstStyle/>
        <a:p>
          <a:r>
            <a:rPr lang="es-PE"/>
            <a:t>Las predicciones mantienen coherencia con la tendencia histórica.</a:t>
          </a:r>
        </a:p>
      </dgm:t>
    </dgm:pt>
    <dgm:pt modelId="{A1CB3E30-2883-A642-849C-FC9F4D3388CF}" type="parTrans" cxnId="{DFF79701-D4C5-9D45-A6A3-7F7118EF3B3F}">
      <dgm:prSet/>
      <dgm:spPr/>
      <dgm:t>
        <a:bodyPr/>
        <a:lstStyle/>
        <a:p>
          <a:endParaRPr lang="es-MX"/>
        </a:p>
      </dgm:t>
    </dgm:pt>
    <dgm:pt modelId="{0328D015-2D00-A24B-AC54-2955B1E6E229}" type="sibTrans" cxnId="{DFF79701-D4C5-9D45-A6A3-7F7118EF3B3F}">
      <dgm:prSet/>
      <dgm:spPr/>
      <dgm:t>
        <a:bodyPr/>
        <a:lstStyle/>
        <a:p>
          <a:endParaRPr lang="es-MX"/>
        </a:p>
      </dgm:t>
    </dgm:pt>
    <dgm:pt modelId="{3311DF89-57A6-FF4F-BFE7-7EF4DDEC5351}" type="pres">
      <dgm:prSet presAssocID="{5FFB2F7C-2871-2E46-A35B-20D4A189FE17}" presName="Name0" presStyleCnt="0">
        <dgm:presLayoutVars>
          <dgm:dir/>
          <dgm:animLvl val="lvl"/>
          <dgm:resizeHandles val="exact"/>
        </dgm:presLayoutVars>
      </dgm:prSet>
      <dgm:spPr/>
    </dgm:pt>
    <dgm:pt modelId="{F67C172B-0ECD-C745-B2DF-5DFFF1E1639B}" type="pres">
      <dgm:prSet presAssocID="{EEF6F14E-A218-6F45-AE6D-68C53B63F467}" presName="linNode" presStyleCnt="0"/>
      <dgm:spPr/>
    </dgm:pt>
    <dgm:pt modelId="{19F4E068-53C6-084B-8CD7-61EB78E4184A}" type="pres">
      <dgm:prSet presAssocID="{EEF6F14E-A218-6F45-AE6D-68C53B63F467}" presName="parentText" presStyleLbl="node1" presStyleIdx="0" presStyleCnt="1" custScaleX="51097">
        <dgm:presLayoutVars>
          <dgm:chMax val="1"/>
          <dgm:bulletEnabled val="1"/>
        </dgm:presLayoutVars>
      </dgm:prSet>
      <dgm:spPr/>
    </dgm:pt>
    <dgm:pt modelId="{0D917CA4-8E0D-684D-ABD7-90976490DE1E}" type="pres">
      <dgm:prSet presAssocID="{EEF6F14E-A218-6F45-AE6D-68C53B63F467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DFF79701-D4C5-9D45-A6A3-7F7118EF3B3F}" srcId="{EEF6F14E-A218-6F45-AE6D-68C53B63F467}" destId="{32B8057F-3437-D04B-B550-FACC3849F8F4}" srcOrd="2" destOrd="0" parTransId="{A1CB3E30-2883-A642-849C-FC9F4D3388CF}" sibTransId="{0328D015-2D00-A24B-AC54-2955B1E6E229}"/>
    <dgm:cxn modelId="{4CDA190F-8D60-404A-AB79-4FFD6B1BA8A1}" type="presOf" srcId="{32B8057F-3437-D04B-B550-FACC3849F8F4}" destId="{0D917CA4-8E0D-684D-ABD7-90976490DE1E}" srcOrd="0" destOrd="2" presId="urn:microsoft.com/office/officeart/2005/8/layout/vList5"/>
    <dgm:cxn modelId="{DDCD3C3F-97BC-9B4C-BDCD-CC54D2DB1E00}" type="presOf" srcId="{9A440A7C-BDF8-DF48-9A7D-CCC98D081590}" destId="{0D917CA4-8E0D-684D-ABD7-90976490DE1E}" srcOrd="0" destOrd="0" presId="urn:microsoft.com/office/officeart/2005/8/layout/vList5"/>
    <dgm:cxn modelId="{BA51456F-7D8A-AC46-B4BC-A35F1DDB9426}" type="presOf" srcId="{7F260E63-C0B3-5F44-BDC8-F9FA9D81195C}" destId="{0D917CA4-8E0D-684D-ABD7-90976490DE1E}" srcOrd="0" destOrd="1" presId="urn:microsoft.com/office/officeart/2005/8/layout/vList5"/>
    <dgm:cxn modelId="{060CB878-27C3-9F41-AD13-4FA7DE582E07}" srcId="{EEF6F14E-A218-6F45-AE6D-68C53B63F467}" destId="{7F260E63-C0B3-5F44-BDC8-F9FA9D81195C}" srcOrd="1" destOrd="0" parTransId="{61B55105-94E5-8746-B476-CB06196E1301}" sibTransId="{A7870BE5-FF61-2945-8530-064FBB0020CB}"/>
    <dgm:cxn modelId="{C5EE398D-F7D6-D14C-B85E-25B487F8F0B2}" srcId="{EEF6F14E-A218-6F45-AE6D-68C53B63F467}" destId="{9A440A7C-BDF8-DF48-9A7D-CCC98D081590}" srcOrd="0" destOrd="0" parTransId="{066A0F7D-989A-4B41-9394-1A266F37F449}" sibTransId="{250C62FA-C57B-7A4B-B6AB-580576B35FF4}"/>
    <dgm:cxn modelId="{5E2979A5-BFA9-AE4D-8221-C021062C2571}" type="presOf" srcId="{EEF6F14E-A218-6F45-AE6D-68C53B63F467}" destId="{19F4E068-53C6-084B-8CD7-61EB78E4184A}" srcOrd="0" destOrd="0" presId="urn:microsoft.com/office/officeart/2005/8/layout/vList5"/>
    <dgm:cxn modelId="{954B8BB4-C69A-1449-ADF2-151A2B58EE21}" type="presOf" srcId="{5FFB2F7C-2871-2E46-A35B-20D4A189FE17}" destId="{3311DF89-57A6-FF4F-BFE7-7EF4DDEC5351}" srcOrd="0" destOrd="0" presId="urn:microsoft.com/office/officeart/2005/8/layout/vList5"/>
    <dgm:cxn modelId="{B6662FB6-A676-6740-95C2-ED9870D29690}" srcId="{5FFB2F7C-2871-2E46-A35B-20D4A189FE17}" destId="{EEF6F14E-A218-6F45-AE6D-68C53B63F467}" srcOrd="0" destOrd="0" parTransId="{327F4AAB-7A3C-1743-8C66-B691E81D538F}" sibTransId="{AD6611C3-EDA1-374C-A6A4-4B1A2095DAC7}"/>
    <dgm:cxn modelId="{107CA03B-90AD-934E-B9A1-C43C03C497ED}" type="presParOf" srcId="{3311DF89-57A6-FF4F-BFE7-7EF4DDEC5351}" destId="{F67C172B-0ECD-C745-B2DF-5DFFF1E1639B}" srcOrd="0" destOrd="0" presId="urn:microsoft.com/office/officeart/2005/8/layout/vList5"/>
    <dgm:cxn modelId="{85A3DF1B-0EDD-2D49-AE62-26B7F1E2012A}" type="presParOf" srcId="{F67C172B-0ECD-C745-B2DF-5DFFF1E1639B}" destId="{19F4E068-53C6-084B-8CD7-61EB78E4184A}" srcOrd="0" destOrd="0" presId="urn:microsoft.com/office/officeart/2005/8/layout/vList5"/>
    <dgm:cxn modelId="{FEA6CD61-2877-704C-A021-49E2F17A0BF7}" type="presParOf" srcId="{F67C172B-0ECD-C745-B2DF-5DFFF1E1639B}" destId="{0D917CA4-8E0D-684D-ABD7-90976490DE1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A2D751-43A3-494E-B2E9-1E9F681C8E9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8CB1B1A5-45B6-8243-B784-EB9CA79AD17B}">
      <dgm:prSet custT="1"/>
      <dgm:spPr/>
      <dgm:t>
        <a:bodyPr/>
        <a:lstStyle/>
        <a:p>
          <a:pPr>
            <a:buNone/>
          </a:pPr>
          <a:r>
            <a:rPr lang="es-ES_tradnl" sz="2000"/>
            <a:t>Evaluación del modelo:</a:t>
          </a:r>
          <a:endParaRPr lang="es-PE" sz="2000"/>
        </a:p>
      </dgm:t>
    </dgm:pt>
    <dgm:pt modelId="{B6DEC690-FBF7-3247-A3EE-73378CE7273B}" type="parTrans" cxnId="{89700C8A-ADA8-8240-BF87-97A22AA93185}">
      <dgm:prSet/>
      <dgm:spPr/>
      <dgm:t>
        <a:bodyPr/>
        <a:lstStyle/>
        <a:p>
          <a:endParaRPr lang="es-MX"/>
        </a:p>
      </dgm:t>
    </dgm:pt>
    <dgm:pt modelId="{50B18797-2D0C-5C4E-A72C-0981009859C4}" type="sibTrans" cxnId="{89700C8A-ADA8-8240-BF87-97A22AA93185}">
      <dgm:prSet/>
      <dgm:spPr/>
      <dgm:t>
        <a:bodyPr/>
        <a:lstStyle/>
        <a:p>
          <a:endParaRPr lang="es-MX"/>
        </a:p>
      </dgm:t>
    </dgm:pt>
    <dgm:pt modelId="{EAADCD65-7F94-744D-8CA3-EE20FABAF0C8}">
      <dgm:prSet custT="1"/>
      <dgm:spPr/>
      <dgm:t>
        <a:bodyPr/>
        <a:lstStyle/>
        <a:p>
          <a:pPr>
            <a:buFont typeface="Wingdings" pitchFamily="2" charset="2"/>
            <a:buChar char="ü"/>
          </a:pPr>
          <a:r>
            <a:rPr lang="es-ES_tradnl" sz="1600" dirty="0"/>
            <a:t>El modelo mostró resultados consistentes para una predicción básica. </a:t>
          </a:r>
          <a:endParaRPr lang="es-PE" sz="1600" dirty="0"/>
        </a:p>
      </dgm:t>
    </dgm:pt>
    <dgm:pt modelId="{026FCB51-EA57-1A47-BF2F-80F51234F4A5}" type="parTrans" cxnId="{10220F19-A464-8F44-9D1A-B89F39C16116}">
      <dgm:prSet/>
      <dgm:spPr/>
      <dgm:t>
        <a:bodyPr/>
        <a:lstStyle/>
        <a:p>
          <a:endParaRPr lang="es-MX"/>
        </a:p>
      </dgm:t>
    </dgm:pt>
    <dgm:pt modelId="{D2D6CCA3-C81E-BD46-96E5-CCCEDC2321E0}" type="sibTrans" cxnId="{10220F19-A464-8F44-9D1A-B89F39C16116}">
      <dgm:prSet/>
      <dgm:spPr/>
      <dgm:t>
        <a:bodyPr/>
        <a:lstStyle/>
        <a:p>
          <a:endParaRPr lang="es-MX"/>
        </a:p>
      </dgm:t>
    </dgm:pt>
    <dgm:pt modelId="{52B4FC9E-F0B6-BC47-97A4-7E090828889E}">
      <dgm:prSet custT="1"/>
      <dgm:spPr/>
      <dgm:t>
        <a:bodyPr/>
        <a:lstStyle/>
        <a:p>
          <a:pPr rtl="0">
            <a:buFont typeface="Wingdings" pitchFamily="2" charset="2"/>
            <a:buChar char="ü"/>
          </a:pPr>
          <a:r>
            <a:rPr lang="es-ES_tradnl" sz="1600" dirty="0"/>
            <a:t>La regresión lineal </a:t>
          </a:r>
          <a:r>
            <a:rPr lang="es-ES_tradnl" sz="1600" dirty="0">
              <a:latin typeface="Tw Cen MT" panose="020B0602020104020603"/>
            </a:rPr>
            <a:t>permite identificar</a:t>
          </a:r>
          <a:r>
            <a:rPr lang="es-ES_tradnl" sz="1600" dirty="0"/>
            <a:t> la tendencia general. </a:t>
          </a:r>
          <a:endParaRPr lang="es-PE" sz="1600" dirty="0"/>
        </a:p>
      </dgm:t>
    </dgm:pt>
    <dgm:pt modelId="{A151D398-A001-0D45-97F2-D29AC8B249E1}" type="parTrans" cxnId="{A2C39851-7BB0-3942-953D-16F731D3926A}">
      <dgm:prSet/>
      <dgm:spPr/>
      <dgm:t>
        <a:bodyPr/>
        <a:lstStyle/>
        <a:p>
          <a:endParaRPr lang="es-MX"/>
        </a:p>
      </dgm:t>
    </dgm:pt>
    <dgm:pt modelId="{559A6938-4F1E-8D4C-8189-8C9E5BD89EF2}" type="sibTrans" cxnId="{A2C39851-7BB0-3942-953D-16F731D3926A}">
      <dgm:prSet/>
      <dgm:spPr/>
      <dgm:t>
        <a:bodyPr/>
        <a:lstStyle/>
        <a:p>
          <a:endParaRPr lang="es-MX"/>
        </a:p>
      </dgm:t>
    </dgm:pt>
    <dgm:pt modelId="{1C8716A7-CD86-4344-941D-DBF696576C63}">
      <dgm:prSet custT="1"/>
      <dgm:spPr/>
      <dgm:t>
        <a:bodyPr/>
        <a:lstStyle/>
        <a:p>
          <a:pPr>
            <a:buFont typeface="Wingdings" pitchFamily="2" charset="2"/>
            <a:buChar char="ü"/>
          </a:pPr>
          <a:r>
            <a:rPr lang="es-ES_tradnl" sz="1600" dirty="0"/>
            <a:t>La solución es interpretable y fácil de explicar al negocio.</a:t>
          </a:r>
          <a:endParaRPr lang="es-PE" sz="1600" dirty="0"/>
        </a:p>
      </dgm:t>
    </dgm:pt>
    <dgm:pt modelId="{C9D48D5E-2052-E249-B62B-64B43680FA40}" type="parTrans" cxnId="{CF14B31F-D1C4-8A42-9367-EF68FFA57C8E}">
      <dgm:prSet/>
      <dgm:spPr/>
      <dgm:t>
        <a:bodyPr/>
        <a:lstStyle/>
        <a:p>
          <a:endParaRPr lang="es-MX"/>
        </a:p>
      </dgm:t>
    </dgm:pt>
    <dgm:pt modelId="{8AD6535A-75E7-1748-8D34-A3C92991521D}" type="sibTrans" cxnId="{CF14B31F-D1C4-8A42-9367-EF68FFA57C8E}">
      <dgm:prSet/>
      <dgm:spPr/>
      <dgm:t>
        <a:bodyPr/>
        <a:lstStyle/>
        <a:p>
          <a:endParaRPr lang="es-MX"/>
        </a:p>
      </dgm:t>
    </dgm:pt>
    <dgm:pt modelId="{E49750A7-F834-9E47-8DBF-F9345C54D70F}">
      <dgm:prSet custT="1"/>
      <dgm:spPr/>
      <dgm:t>
        <a:bodyPr/>
        <a:lstStyle/>
        <a:p>
          <a:pPr>
            <a:buNone/>
          </a:pPr>
          <a:r>
            <a:rPr lang="es-ES_tradnl" sz="2000" dirty="0"/>
            <a:t>Ventajas obtenidas:</a:t>
          </a:r>
          <a:endParaRPr lang="es-PE" sz="2000" dirty="0"/>
        </a:p>
      </dgm:t>
    </dgm:pt>
    <dgm:pt modelId="{291BA5B9-D50E-654F-AB44-19A603B8FA4F}" type="parTrans" cxnId="{E8D7D42E-AF35-4B46-85E0-46256F5A8B14}">
      <dgm:prSet/>
      <dgm:spPr/>
      <dgm:t>
        <a:bodyPr/>
        <a:lstStyle/>
        <a:p>
          <a:endParaRPr lang="es-MX"/>
        </a:p>
      </dgm:t>
    </dgm:pt>
    <dgm:pt modelId="{3C1D76E3-6016-5D45-AA4F-7E904860FA2B}" type="sibTrans" cxnId="{E8D7D42E-AF35-4B46-85E0-46256F5A8B14}">
      <dgm:prSet/>
      <dgm:spPr/>
      <dgm:t>
        <a:bodyPr/>
        <a:lstStyle/>
        <a:p>
          <a:endParaRPr lang="es-MX"/>
        </a:p>
      </dgm:t>
    </dgm:pt>
    <dgm:pt modelId="{01E872D0-F868-F146-A224-03E74CAF782B}">
      <dgm:prSet custT="1"/>
      <dgm:spPr/>
      <dgm:t>
        <a:bodyPr/>
        <a:lstStyle/>
        <a:p>
          <a:pPr>
            <a:buFont typeface="Wingdings" pitchFamily="2" charset="2"/>
            <a:buChar char="ü"/>
          </a:pPr>
          <a:r>
            <a:rPr lang="es-ES_tradnl" sz="1600" dirty="0"/>
            <a:t>Implementación rápida. </a:t>
          </a:r>
          <a:endParaRPr lang="es-PE" sz="1600" dirty="0"/>
        </a:p>
      </dgm:t>
    </dgm:pt>
    <dgm:pt modelId="{CE458A37-302B-2243-B884-F9B448706645}" type="parTrans" cxnId="{746ACD8B-935D-1D47-B162-A48E32ACA40E}">
      <dgm:prSet/>
      <dgm:spPr/>
      <dgm:t>
        <a:bodyPr/>
        <a:lstStyle/>
        <a:p>
          <a:endParaRPr lang="es-MX"/>
        </a:p>
      </dgm:t>
    </dgm:pt>
    <dgm:pt modelId="{07776F5D-F13E-5B41-B18F-3DB3F4F23975}" type="sibTrans" cxnId="{746ACD8B-935D-1D47-B162-A48E32ACA40E}">
      <dgm:prSet/>
      <dgm:spPr/>
      <dgm:t>
        <a:bodyPr/>
        <a:lstStyle/>
        <a:p>
          <a:endParaRPr lang="es-MX"/>
        </a:p>
      </dgm:t>
    </dgm:pt>
    <dgm:pt modelId="{1E543A23-ABDC-1C4C-BEC5-51E39A2833F6}">
      <dgm:prSet custT="1"/>
      <dgm:spPr/>
      <dgm:t>
        <a:bodyPr/>
        <a:lstStyle/>
        <a:p>
          <a:pPr>
            <a:buFont typeface="Wingdings" pitchFamily="2" charset="2"/>
            <a:buChar char="ü"/>
          </a:pPr>
          <a:r>
            <a:rPr lang="es-ES_tradnl" sz="1600" dirty="0"/>
            <a:t>Bajo costo computacional. </a:t>
          </a:r>
          <a:endParaRPr lang="es-PE" sz="1600" dirty="0"/>
        </a:p>
      </dgm:t>
    </dgm:pt>
    <dgm:pt modelId="{4EEB0336-ABA1-044D-A5C4-F3DC51437268}" type="parTrans" cxnId="{5BE20814-4448-2341-A7A0-C238A99C8368}">
      <dgm:prSet/>
      <dgm:spPr/>
      <dgm:t>
        <a:bodyPr/>
        <a:lstStyle/>
        <a:p>
          <a:endParaRPr lang="es-MX"/>
        </a:p>
      </dgm:t>
    </dgm:pt>
    <dgm:pt modelId="{7BD7EA18-6F7D-184C-9F87-19FF39EFC101}" type="sibTrans" cxnId="{5BE20814-4448-2341-A7A0-C238A99C8368}">
      <dgm:prSet/>
      <dgm:spPr/>
      <dgm:t>
        <a:bodyPr/>
        <a:lstStyle/>
        <a:p>
          <a:endParaRPr lang="es-MX"/>
        </a:p>
      </dgm:t>
    </dgm:pt>
    <dgm:pt modelId="{6742947B-CC93-8D4A-B7DD-4F2ADBB22A93}">
      <dgm:prSet custT="1"/>
      <dgm:spPr/>
      <dgm:t>
        <a:bodyPr/>
        <a:lstStyle/>
        <a:p>
          <a:pPr>
            <a:buFont typeface="Wingdings" pitchFamily="2" charset="2"/>
            <a:buChar char="ü"/>
          </a:pPr>
          <a:r>
            <a:rPr lang="es-ES_tradnl" sz="1600" dirty="0"/>
            <a:t>Fácil mantenimiento. </a:t>
          </a:r>
          <a:endParaRPr lang="es-PE" sz="1600" dirty="0"/>
        </a:p>
      </dgm:t>
    </dgm:pt>
    <dgm:pt modelId="{F1515550-7CC5-1549-ADF0-94C66DA8C3BE}" type="parTrans" cxnId="{30D40387-6394-E54B-AFA2-2B9BBC626836}">
      <dgm:prSet/>
      <dgm:spPr/>
      <dgm:t>
        <a:bodyPr/>
        <a:lstStyle/>
        <a:p>
          <a:endParaRPr lang="es-MX"/>
        </a:p>
      </dgm:t>
    </dgm:pt>
    <dgm:pt modelId="{C2973507-C555-3447-B4EB-F9A668FF8209}" type="sibTrans" cxnId="{30D40387-6394-E54B-AFA2-2B9BBC626836}">
      <dgm:prSet/>
      <dgm:spPr/>
      <dgm:t>
        <a:bodyPr/>
        <a:lstStyle/>
        <a:p>
          <a:endParaRPr lang="es-MX"/>
        </a:p>
      </dgm:t>
    </dgm:pt>
    <dgm:pt modelId="{03AD0C5C-3BCC-DE4E-902C-4EDE31080E6B}">
      <dgm:prSet custT="1"/>
      <dgm:spPr/>
      <dgm:t>
        <a:bodyPr/>
        <a:lstStyle/>
        <a:p>
          <a:pPr>
            <a:buFont typeface="Wingdings" pitchFamily="2" charset="2"/>
            <a:buChar char="ü"/>
          </a:pPr>
          <a:r>
            <a:rPr lang="es-ES_tradnl" sz="1600" dirty="0"/>
            <a:t>Resultados visualmente comprensibles.</a:t>
          </a:r>
          <a:endParaRPr lang="es-PE" sz="1600" dirty="0"/>
        </a:p>
      </dgm:t>
    </dgm:pt>
    <dgm:pt modelId="{D38B1788-09FE-284E-97EE-93FA13BED175}" type="parTrans" cxnId="{31755573-2673-F146-8B88-97FD0DEA7E4B}">
      <dgm:prSet/>
      <dgm:spPr/>
      <dgm:t>
        <a:bodyPr/>
        <a:lstStyle/>
        <a:p>
          <a:endParaRPr lang="es-MX"/>
        </a:p>
      </dgm:t>
    </dgm:pt>
    <dgm:pt modelId="{D68CA9E3-1B40-8249-BF13-5942BF8A7EB0}" type="sibTrans" cxnId="{31755573-2673-F146-8B88-97FD0DEA7E4B}">
      <dgm:prSet/>
      <dgm:spPr/>
      <dgm:t>
        <a:bodyPr/>
        <a:lstStyle/>
        <a:p>
          <a:endParaRPr lang="es-MX"/>
        </a:p>
      </dgm:t>
    </dgm:pt>
    <dgm:pt modelId="{660669DF-FED3-134E-97E1-346913CD5562}">
      <dgm:prSet custT="1"/>
      <dgm:spPr/>
      <dgm:t>
        <a:bodyPr/>
        <a:lstStyle/>
        <a:p>
          <a:pPr>
            <a:buNone/>
          </a:pPr>
          <a:r>
            <a:rPr lang="es-ES_tradnl" sz="2000" dirty="0"/>
            <a:t>Conclusiones:</a:t>
          </a:r>
          <a:endParaRPr lang="es-PE" sz="2000" dirty="0"/>
        </a:p>
      </dgm:t>
    </dgm:pt>
    <dgm:pt modelId="{2E4DFDE8-6B79-414F-BBE1-ACD0A8313147}" type="parTrans" cxnId="{AA35834A-EDFF-C84F-BDB9-92865CD1F164}">
      <dgm:prSet/>
      <dgm:spPr/>
      <dgm:t>
        <a:bodyPr/>
        <a:lstStyle/>
        <a:p>
          <a:endParaRPr lang="es-MX"/>
        </a:p>
      </dgm:t>
    </dgm:pt>
    <dgm:pt modelId="{89BC3135-C9C9-D142-BA7F-98DE11214FCB}" type="sibTrans" cxnId="{AA35834A-EDFF-C84F-BDB9-92865CD1F164}">
      <dgm:prSet/>
      <dgm:spPr/>
      <dgm:t>
        <a:bodyPr/>
        <a:lstStyle/>
        <a:p>
          <a:endParaRPr lang="es-MX"/>
        </a:p>
      </dgm:t>
    </dgm:pt>
    <dgm:pt modelId="{81E0E5B9-9482-7C4F-A6D1-CF7AD2E1D45D}">
      <dgm:prSet custT="1"/>
      <dgm:spPr/>
      <dgm:t>
        <a:bodyPr/>
        <a:lstStyle/>
        <a:p>
          <a:pPr rtl="0">
            <a:buFont typeface="Wingdings" pitchFamily="2" charset="2"/>
            <a:buChar char="ü"/>
          </a:pPr>
          <a:r>
            <a:rPr lang="es-ES_tradnl" sz="1600" dirty="0"/>
            <a:t>El análisis predictivo puede ayudar a reducir riesgos relacionados con la no renovación </a:t>
          </a:r>
          <a:r>
            <a:rPr lang="es-ES_tradnl" sz="1600" dirty="0">
              <a:latin typeface="Tw Cen MT" panose="020B0602020104020603"/>
            </a:rPr>
            <a:t>o renuncia </a:t>
          </a:r>
          <a:r>
            <a:rPr lang="es-ES_tradnl" sz="1600" dirty="0"/>
            <a:t>de </a:t>
          </a:r>
          <a:r>
            <a:rPr lang="es-ES_tradnl" sz="1600" dirty="0">
              <a:latin typeface="Tw Cen MT" panose="020B0602020104020603"/>
            </a:rPr>
            <a:t>colaboradores</a:t>
          </a:r>
          <a:r>
            <a:rPr lang="es-ES_tradnl" sz="1600" dirty="0"/>
            <a:t>. </a:t>
          </a:r>
          <a:endParaRPr lang="es-PE" sz="1600" dirty="0"/>
        </a:p>
      </dgm:t>
    </dgm:pt>
    <dgm:pt modelId="{11C5A3A0-9773-864A-B879-40D049E49796}" type="parTrans" cxnId="{7D4606F4-3B8F-3840-9233-D28F2F343A6C}">
      <dgm:prSet/>
      <dgm:spPr/>
      <dgm:t>
        <a:bodyPr/>
        <a:lstStyle/>
        <a:p>
          <a:endParaRPr lang="es-MX"/>
        </a:p>
      </dgm:t>
    </dgm:pt>
    <dgm:pt modelId="{F42945FD-A357-854E-8E40-D3A185BA2D4F}" type="sibTrans" cxnId="{7D4606F4-3B8F-3840-9233-D28F2F343A6C}">
      <dgm:prSet/>
      <dgm:spPr/>
      <dgm:t>
        <a:bodyPr/>
        <a:lstStyle/>
        <a:p>
          <a:endParaRPr lang="es-MX"/>
        </a:p>
      </dgm:t>
    </dgm:pt>
    <dgm:pt modelId="{9C6C2CC1-BC9B-B84F-8A7B-5F89EDED722D}">
      <dgm:prSet custT="1"/>
      <dgm:spPr/>
      <dgm:t>
        <a:bodyPr/>
        <a:lstStyle/>
        <a:p>
          <a:pPr>
            <a:buFont typeface="Wingdings" pitchFamily="2" charset="2"/>
            <a:buChar char="ü"/>
          </a:pPr>
          <a:r>
            <a:rPr lang="es-ES_tradnl" sz="1600" dirty="0"/>
            <a:t>La solución propuesta funciona como una base inicial para futuros modelos más robustos. </a:t>
          </a:r>
          <a:endParaRPr lang="es-PE" sz="1600" dirty="0"/>
        </a:p>
      </dgm:t>
    </dgm:pt>
    <dgm:pt modelId="{816EB96B-2969-884E-A369-6754C2307C97}" type="parTrans" cxnId="{D1BC9266-C6DB-074C-ADEC-C91ECDA9CD1A}">
      <dgm:prSet/>
      <dgm:spPr/>
      <dgm:t>
        <a:bodyPr/>
        <a:lstStyle/>
        <a:p>
          <a:endParaRPr lang="es-MX"/>
        </a:p>
      </dgm:t>
    </dgm:pt>
    <dgm:pt modelId="{948A9ED0-6E64-A44E-9C85-F61C718CDEAD}" type="sibTrans" cxnId="{D1BC9266-C6DB-074C-ADEC-C91ECDA9CD1A}">
      <dgm:prSet/>
      <dgm:spPr/>
      <dgm:t>
        <a:bodyPr/>
        <a:lstStyle/>
        <a:p>
          <a:endParaRPr lang="es-MX"/>
        </a:p>
      </dgm:t>
    </dgm:pt>
    <dgm:pt modelId="{DD73DBA6-1171-9F46-AA4C-0682EDD999F3}">
      <dgm:prSet custT="1"/>
      <dgm:spPr/>
      <dgm:t>
        <a:bodyPr/>
        <a:lstStyle/>
        <a:p>
          <a:pPr>
            <a:buFont typeface="Wingdings" pitchFamily="2" charset="2"/>
            <a:buChar char="ü"/>
          </a:pPr>
          <a:r>
            <a:rPr lang="es-ES_tradnl" sz="1600" dirty="0"/>
            <a:t>El proyecto demuestra cómo Machine Learning puede aportar valor en decisiones estratégicas dentro de una consultora.</a:t>
          </a:r>
          <a:endParaRPr lang="es-PE" sz="1600" dirty="0"/>
        </a:p>
      </dgm:t>
    </dgm:pt>
    <dgm:pt modelId="{BB57D122-0850-3747-B5B3-30DC4967B6D9}" type="parTrans" cxnId="{F8AD3A05-81D1-274A-B5DE-6D9553DCFFCB}">
      <dgm:prSet/>
      <dgm:spPr/>
      <dgm:t>
        <a:bodyPr/>
        <a:lstStyle/>
        <a:p>
          <a:endParaRPr lang="es-MX"/>
        </a:p>
      </dgm:t>
    </dgm:pt>
    <dgm:pt modelId="{3EAE2D9E-0C74-0A4F-A9B1-7BACC9940190}" type="sibTrans" cxnId="{F8AD3A05-81D1-274A-B5DE-6D9553DCFFCB}">
      <dgm:prSet/>
      <dgm:spPr/>
      <dgm:t>
        <a:bodyPr/>
        <a:lstStyle/>
        <a:p>
          <a:endParaRPr lang="es-MX"/>
        </a:p>
      </dgm:t>
    </dgm:pt>
    <dgm:pt modelId="{515A4211-AC8E-7448-850A-A53A47C05E08}" type="pres">
      <dgm:prSet presAssocID="{BFA2D751-43A3-494E-B2E9-1E9F681C8E90}" presName="CompostProcess" presStyleCnt="0">
        <dgm:presLayoutVars>
          <dgm:dir/>
          <dgm:resizeHandles val="exact"/>
        </dgm:presLayoutVars>
      </dgm:prSet>
      <dgm:spPr/>
    </dgm:pt>
    <dgm:pt modelId="{6275EED7-3943-FB4E-8718-7C80B9EEC375}" type="pres">
      <dgm:prSet presAssocID="{BFA2D751-43A3-494E-B2E9-1E9F681C8E90}" presName="arrow" presStyleLbl="bgShp" presStyleIdx="0" presStyleCnt="1"/>
      <dgm:spPr/>
    </dgm:pt>
    <dgm:pt modelId="{55DFAFE8-23D7-5D46-9E53-55E0AA29EB7D}" type="pres">
      <dgm:prSet presAssocID="{BFA2D751-43A3-494E-B2E9-1E9F681C8E90}" presName="linearProcess" presStyleCnt="0"/>
      <dgm:spPr/>
    </dgm:pt>
    <dgm:pt modelId="{23941D4D-EA04-9943-B827-E0CEAB229FD3}" type="pres">
      <dgm:prSet presAssocID="{8CB1B1A5-45B6-8243-B784-EB9CA79AD17B}" presName="textNode" presStyleLbl="node1" presStyleIdx="0" presStyleCnt="3" custScaleX="121212" custScaleY="142559">
        <dgm:presLayoutVars>
          <dgm:bulletEnabled val="1"/>
        </dgm:presLayoutVars>
      </dgm:prSet>
      <dgm:spPr/>
    </dgm:pt>
    <dgm:pt modelId="{2D848F95-67D3-3749-945C-22CDD77881C8}" type="pres">
      <dgm:prSet presAssocID="{50B18797-2D0C-5C4E-A72C-0981009859C4}" presName="sibTrans" presStyleCnt="0"/>
      <dgm:spPr/>
    </dgm:pt>
    <dgm:pt modelId="{E26BF08F-E9E0-994D-9449-A537A864DA03}" type="pres">
      <dgm:prSet presAssocID="{E49750A7-F834-9E47-8DBF-F9345C54D70F}" presName="textNode" presStyleLbl="node1" presStyleIdx="1" presStyleCnt="3" custScaleX="99794">
        <dgm:presLayoutVars>
          <dgm:bulletEnabled val="1"/>
        </dgm:presLayoutVars>
      </dgm:prSet>
      <dgm:spPr/>
    </dgm:pt>
    <dgm:pt modelId="{67052FE9-D355-CE42-9A26-EF0919792F57}" type="pres">
      <dgm:prSet presAssocID="{3C1D76E3-6016-5D45-AA4F-7E904860FA2B}" presName="sibTrans" presStyleCnt="0"/>
      <dgm:spPr/>
    </dgm:pt>
    <dgm:pt modelId="{BE6B4B3B-F80A-EE43-99BA-0E12BFCD8F16}" type="pres">
      <dgm:prSet presAssocID="{660669DF-FED3-134E-97E1-346913CD5562}" presName="textNode" presStyleLbl="node1" presStyleIdx="2" presStyleCnt="3" custScaleX="147417" custScaleY="168253">
        <dgm:presLayoutVars>
          <dgm:bulletEnabled val="1"/>
        </dgm:presLayoutVars>
      </dgm:prSet>
      <dgm:spPr/>
    </dgm:pt>
  </dgm:ptLst>
  <dgm:cxnLst>
    <dgm:cxn modelId="{F8AD3A05-81D1-274A-B5DE-6D9553DCFFCB}" srcId="{660669DF-FED3-134E-97E1-346913CD5562}" destId="{DD73DBA6-1171-9F46-AA4C-0682EDD999F3}" srcOrd="2" destOrd="0" parTransId="{BB57D122-0850-3747-B5B3-30DC4967B6D9}" sibTransId="{3EAE2D9E-0C74-0A4F-A9B1-7BACC9940190}"/>
    <dgm:cxn modelId="{16C21E08-2EBF-0F49-A3CD-CE140A899B34}" type="presOf" srcId="{8CB1B1A5-45B6-8243-B784-EB9CA79AD17B}" destId="{23941D4D-EA04-9943-B827-E0CEAB229FD3}" srcOrd="0" destOrd="0" presId="urn:microsoft.com/office/officeart/2005/8/layout/hProcess9"/>
    <dgm:cxn modelId="{5BE20814-4448-2341-A7A0-C238A99C8368}" srcId="{E49750A7-F834-9E47-8DBF-F9345C54D70F}" destId="{1E543A23-ABDC-1C4C-BEC5-51E39A2833F6}" srcOrd="1" destOrd="0" parTransId="{4EEB0336-ABA1-044D-A5C4-F3DC51437268}" sibTransId="{7BD7EA18-6F7D-184C-9F87-19FF39EFC101}"/>
    <dgm:cxn modelId="{10220F19-A464-8F44-9D1A-B89F39C16116}" srcId="{8CB1B1A5-45B6-8243-B784-EB9CA79AD17B}" destId="{EAADCD65-7F94-744D-8CA3-EE20FABAF0C8}" srcOrd="0" destOrd="0" parTransId="{026FCB51-EA57-1A47-BF2F-80F51234F4A5}" sibTransId="{D2D6CCA3-C81E-BD46-96E5-CCCEDC2321E0}"/>
    <dgm:cxn modelId="{6E228A1E-B699-8C41-9EF3-ED43AF31BE83}" type="presOf" srcId="{DD73DBA6-1171-9F46-AA4C-0682EDD999F3}" destId="{BE6B4B3B-F80A-EE43-99BA-0E12BFCD8F16}" srcOrd="0" destOrd="3" presId="urn:microsoft.com/office/officeart/2005/8/layout/hProcess9"/>
    <dgm:cxn modelId="{CF14B31F-D1C4-8A42-9367-EF68FFA57C8E}" srcId="{8CB1B1A5-45B6-8243-B784-EB9CA79AD17B}" destId="{1C8716A7-CD86-4344-941D-DBF696576C63}" srcOrd="2" destOrd="0" parTransId="{C9D48D5E-2052-E249-B62B-64B43680FA40}" sibTransId="{8AD6535A-75E7-1748-8D34-A3C92991521D}"/>
    <dgm:cxn modelId="{878F5F25-AD88-5B4B-BF37-08657AB2DDE8}" type="presOf" srcId="{81E0E5B9-9482-7C4F-A6D1-CF7AD2E1D45D}" destId="{BE6B4B3B-F80A-EE43-99BA-0E12BFCD8F16}" srcOrd="0" destOrd="1" presId="urn:microsoft.com/office/officeart/2005/8/layout/hProcess9"/>
    <dgm:cxn modelId="{E8D7D42E-AF35-4B46-85E0-46256F5A8B14}" srcId="{BFA2D751-43A3-494E-B2E9-1E9F681C8E90}" destId="{E49750A7-F834-9E47-8DBF-F9345C54D70F}" srcOrd="1" destOrd="0" parTransId="{291BA5B9-D50E-654F-AB44-19A603B8FA4F}" sibTransId="{3C1D76E3-6016-5D45-AA4F-7E904860FA2B}"/>
    <dgm:cxn modelId="{A871445B-F92C-6748-BE71-E2300FC72FCF}" type="presOf" srcId="{1E543A23-ABDC-1C4C-BEC5-51E39A2833F6}" destId="{E26BF08F-E9E0-994D-9449-A537A864DA03}" srcOrd="0" destOrd="2" presId="urn:microsoft.com/office/officeart/2005/8/layout/hProcess9"/>
    <dgm:cxn modelId="{D1BC9266-C6DB-074C-ADEC-C91ECDA9CD1A}" srcId="{660669DF-FED3-134E-97E1-346913CD5562}" destId="{9C6C2CC1-BC9B-B84F-8A7B-5F89EDED722D}" srcOrd="1" destOrd="0" parTransId="{816EB96B-2969-884E-A369-6754C2307C97}" sibTransId="{948A9ED0-6E64-A44E-9C85-F61C718CDEAD}"/>
    <dgm:cxn modelId="{AA35834A-EDFF-C84F-BDB9-92865CD1F164}" srcId="{BFA2D751-43A3-494E-B2E9-1E9F681C8E90}" destId="{660669DF-FED3-134E-97E1-346913CD5562}" srcOrd="2" destOrd="0" parTransId="{2E4DFDE8-6B79-414F-BBE1-ACD0A8313147}" sibTransId="{89BC3135-C9C9-D142-BA7F-98DE11214FCB}"/>
    <dgm:cxn modelId="{A2C39851-7BB0-3942-953D-16F731D3926A}" srcId="{8CB1B1A5-45B6-8243-B784-EB9CA79AD17B}" destId="{52B4FC9E-F0B6-BC47-97A4-7E090828889E}" srcOrd="1" destOrd="0" parTransId="{A151D398-A001-0D45-97F2-D29AC8B249E1}" sibTransId="{559A6938-4F1E-8D4C-8189-8C9E5BD89EF2}"/>
    <dgm:cxn modelId="{31755573-2673-F146-8B88-97FD0DEA7E4B}" srcId="{E49750A7-F834-9E47-8DBF-F9345C54D70F}" destId="{03AD0C5C-3BCC-DE4E-902C-4EDE31080E6B}" srcOrd="3" destOrd="0" parTransId="{D38B1788-09FE-284E-97EE-93FA13BED175}" sibTransId="{D68CA9E3-1B40-8249-BF13-5942BF8A7EB0}"/>
    <dgm:cxn modelId="{1DDE157F-95CF-BC4B-83A2-7729F6C95007}" type="presOf" srcId="{52B4FC9E-F0B6-BC47-97A4-7E090828889E}" destId="{23941D4D-EA04-9943-B827-E0CEAB229FD3}" srcOrd="0" destOrd="2" presId="urn:microsoft.com/office/officeart/2005/8/layout/hProcess9"/>
    <dgm:cxn modelId="{787DB185-10FE-4D48-996A-4E1DB85D9F43}" type="presOf" srcId="{EAADCD65-7F94-744D-8CA3-EE20FABAF0C8}" destId="{23941D4D-EA04-9943-B827-E0CEAB229FD3}" srcOrd="0" destOrd="1" presId="urn:microsoft.com/office/officeart/2005/8/layout/hProcess9"/>
    <dgm:cxn modelId="{30D40387-6394-E54B-AFA2-2B9BBC626836}" srcId="{E49750A7-F834-9E47-8DBF-F9345C54D70F}" destId="{6742947B-CC93-8D4A-B7DD-4F2ADBB22A93}" srcOrd="2" destOrd="0" parTransId="{F1515550-7CC5-1549-ADF0-94C66DA8C3BE}" sibTransId="{C2973507-C555-3447-B4EB-F9A668FF8209}"/>
    <dgm:cxn modelId="{89700C8A-ADA8-8240-BF87-97A22AA93185}" srcId="{BFA2D751-43A3-494E-B2E9-1E9F681C8E90}" destId="{8CB1B1A5-45B6-8243-B784-EB9CA79AD17B}" srcOrd="0" destOrd="0" parTransId="{B6DEC690-FBF7-3247-A3EE-73378CE7273B}" sibTransId="{50B18797-2D0C-5C4E-A72C-0981009859C4}"/>
    <dgm:cxn modelId="{746ACD8B-935D-1D47-B162-A48E32ACA40E}" srcId="{E49750A7-F834-9E47-8DBF-F9345C54D70F}" destId="{01E872D0-F868-F146-A224-03E74CAF782B}" srcOrd="0" destOrd="0" parTransId="{CE458A37-302B-2243-B884-F9B448706645}" sibTransId="{07776F5D-F13E-5B41-B18F-3DB3F4F23975}"/>
    <dgm:cxn modelId="{810AA38D-5C31-5C44-8114-048F395B114C}" type="presOf" srcId="{1C8716A7-CD86-4344-941D-DBF696576C63}" destId="{23941D4D-EA04-9943-B827-E0CEAB229FD3}" srcOrd="0" destOrd="3" presId="urn:microsoft.com/office/officeart/2005/8/layout/hProcess9"/>
    <dgm:cxn modelId="{F062E4A0-A1A6-7149-B57B-C5685606BF3A}" type="presOf" srcId="{01E872D0-F868-F146-A224-03E74CAF782B}" destId="{E26BF08F-E9E0-994D-9449-A537A864DA03}" srcOrd="0" destOrd="1" presId="urn:microsoft.com/office/officeart/2005/8/layout/hProcess9"/>
    <dgm:cxn modelId="{DE7B69C9-4FAB-B04C-B3B3-5B3EF3E7B83E}" type="presOf" srcId="{6742947B-CC93-8D4A-B7DD-4F2ADBB22A93}" destId="{E26BF08F-E9E0-994D-9449-A537A864DA03}" srcOrd="0" destOrd="3" presId="urn:microsoft.com/office/officeart/2005/8/layout/hProcess9"/>
    <dgm:cxn modelId="{953DA2CB-E8B9-F24F-8C62-2B0435D13DD1}" type="presOf" srcId="{BFA2D751-43A3-494E-B2E9-1E9F681C8E90}" destId="{515A4211-AC8E-7448-850A-A53A47C05E08}" srcOrd="0" destOrd="0" presId="urn:microsoft.com/office/officeart/2005/8/layout/hProcess9"/>
    <dgm:cxn modelId="{785BC6D0-EE03-FC4E-ADB4-9EFEE95FD3BB}" type="presOf" srcId="{03AD0C5C-3BCC-DE4E-902C-4EDE31080E6B}" destId="{E26BF08F-E9E0-994D-9449-A537A864DA03}" srcOrd="0" destOrd="4" presId="urn:microsoft.com/office/officeart/2005/8/layout/hProcess9"/>
    <dgm:cxn modelId="{04D755D4-7A22-0E4F-A8E5-AA3A451E61E7}" type="presOf" srcId="{660669DF-FED3-134E-97E1-346913CD5562}" destId="{BE6B4B3B-F80A-EE43-99BA-0E12BFCD8F16}" srcOrd="0" destOrd="0" presId="urn:microsoft.com/office/officeart/2005/8/layout/hProcess9"/>
    <dgm:cxn modelId="{ECE4C1D7-9554-D743-AE0E-DB5E20B5840F}" type="presOf" srcId="{E49750A7-F834-9E47-8DBF-F9345C54D70F}" destId="{E26BF08F-E9E0-994D-9449-A537A864DA03}" srcOrd="0" destOrd="0" presId="urn:microsoft.com/office/officeart/2005/8/layout/hProcess9"/>
    <dgm:cxn modelId="{9D59A6EF-8CFC-CD48-A858-AE43F94F4F4A}" type="presOf" srcId="{9C6C2CC1-BC9B-B84F-8A7B-5F89EDED722D}" destId="{BE6B4B3B-F80A-EE43-99BA-0E12BFCD8F16}" srcOrd="0" destOrd="2" presId="urn:microsoft.com/office/officeart/2005/8/layout/hProcess9"/>
    <dgm:cxn modelId="{7D4606F4-3B8F-3840-9233-D28F2F343A6C}" srcId="{660669DF-FED3-134E-97E1-346913CD5562}" destId="{81E0E5B9-9482-7C4F-A6D1-CF7AD2E1D45D}" srcOrd="0" destOrd="0" parTransId="{11C5A3A0-9773-864A-B879-40D049E49796}" sibTransId="{F42945FD-A357-854E-8E40-D3A185BA2D4F}"/>
    <dgm:cxn modelId="{E610263F-F197-0347-B31D-7179A69D2CE2}" type="presParOf" srcId="{515A4211-AC8E-7448-850A-A53A47C05E08}" destId="{6275EED7-3943-FB4E-8718-7C80B9EEC375}" srcOrd="0" destOrd="0" presId="urn:microsoft.com/office/officeart/2005/8/layout/hProcess9"/>
    <dgm:cxn modelId="{521FB09F-F8AC-9846-BFD0-6C7279ABB2F4}" type="presParOf" srcId="{515A4211-AC8E-7448-850A-A53A47C05E08}" destId="{55DFAFE8-23D7-5D46-9E53-55E0AA29EB7D}" srcOrd="1" destOrd="0" presId="urn:microsoft.com/office/officeart/2005/8/layout/hProcess9"/>
    <dgm:cxn modelId="{C1FF3013-8A32-2F4E-9B98-C263B8B99871}" type="presParOf" srcId="{55DFAFE8-23D7-5D46-9E53-55E0AA29EB7D}" destId="{23941D4D-EA04-9943-B827-E0CEAB229FD3}" srcOrd="0" destOrd="0" presId="urn:microsoft.com/office/officeart/2005/8/layout/hProcess9"/>
    <dgm:cxn modelId="{99EA7F5F-61A4-B34F-B9E3-12B9D1B9A93D}" type="presParOf" srcId="{55DFAFE8-23D7-5D46-9E53-55E0AA29EB7D}" destId="{2D848F95-67D3-3749-945C-22CDD77881C8}" srcOrd="1" destOrd="0" presId="urn:microsoft.com/office/officeart/2005/8/layout/hProcess9"/>
    <dgm:cxn modelId="{0EEE3072-A607-8649-A542-0EA427F00A49}" type="presParOf" srcId="{55DFAFE8-23D7-5D46-9E53-55E0AA29EB7D}" destId="{E26BF08F-E9E0-994D-9449-A537A864DA03}" srcOrd="2" destOrd="0" presId="urn:microsoft.com/office/officeart/2005/8/layout/hProcess9"/>
    <dgm:cxn modelId="{8D60F418-232C-F24A-AA3B-E69695824E8F}" type="presParOf" srcId="{55DFAFE8-23D7-5D46-9E53-55E0AA29EB7D}" destId="{67052FE9-D355-CE42-9A26-EF0919792F57}" srcOrd="3" destOrd="0" presId="urn:microsoft.com/office/officeart/2005/8/layout/hProcess9"/>
    <dgm:cxn modelId="{55577369-38FE-9042-A51F-EB4CB8D16BC6}" type="presParOf" srcId="{55DFAFE8-23D7-5D46-9E53-55E0AA29EB7D}" destId="{BE6B4B3B-F80A-EE43-99BA-0E12BFCD8F16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94C3BC-C6B2-1D4A-B839-3C8496A74EFE}">
      <dsp:nvSpPr>
        <dsp:cNvPr id="0" name=""/>
        <dsp:cNvSpPr/>
      </dsp:nvSpPr>
      <dsp:spPr>
        <a:xfrm rot="16200000">
          <a:off x="-945527" y="947916"/>
          <a:ext cx="4239317" cy="234348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121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s-PE" altLang="es-PE" sz="16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La consultora presenta dificultades para anticipar la rotación de personal. </a:t>
          </a:r>
          <a:endParaRPr lang="es-MX" sz="1600" kern="1200" dirty="0">
            <a:solidFill>
              <a:schemeClr val="bg1"/>
            </a:solidFill>
          </a:endParaRPr>
        </a:p>
      </dsp:txBody>
      <dsp:txXfrm rot="5400000">
        <a:off x="2389" y="847863"/>
        <a:ext cx="2343484" cy="2543591"/>
      </dsp:txXfrm>
    </dsp:sp>
    <dsp:sp modelId="{2125C341-178F-904A-A160-09FB34A2ACDB}">
      <dsp:nvSpPr>
        <dsp:cNvPr id="0" name=""/>
        <dsp:cNvSpPr/>
      </dsp:nvSpPr>
      <dsp:spPr>
        <a:xfrm rot="16200000">
          <a:off x="1573718" y="947916"/>
          <a:ext cx="4239317" cy="234348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121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kumimoji="0" lang="es-PE" altLang="es-PE" sz="16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La pérdida de colaboradores genera: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kumimoji="0" lang="es-PE" altLang="es-PE" sz="16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- Reducción de ingresos.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kumimoji="0" lang="es-PE" altLang="es-PE" sz="16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- Reasignación imprevista de personal.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kumimoji="0" lang="es-PE" altLang="es-PE" sz="16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- Impacto en la planificación operativa. </a:t>
          </a:r>
        </a:p>
      </dsp:txBody>
      <dsp:txXfrm rot="5400000">
        <a:off x="2521634" y="847863"/>
        <a:ext cx="2343484" cy="2543591"/>
      </dsp:txXfrm>
    </dsp:sp>
    <dsp:sp modelId="{107596B9-D53F-0643-9873-DD348E80B6EF}">
      <dsp:nvSpPr>
        <dsp:cNvPr id="0" name=""/>
        <dsp:cNvSpPr/>
      </dsp:nvSpPr>
      <dsp:spPr>
        <a:xfrm rot="16200000">
          <a:off x="4092963" y="947916"/>
          <a:ext cx="4239317" cy="234348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121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s-PE" altLang="es-PE" sz="16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Actualmente las decisiones se toman de manera reactiva y no preventiva. </a:t>
          </a:r>
          <a:endParaRPr lang="es-MX" sz="1600" kern="1200" dirty="0">
            <a:solidFill>
              <a:schemeClr val="bg1"/>
            </a:solidFill>
          </a:endParaRPr>
        </a:p>
      </dsp:txBody>
      <dsp:txXfrm rot="5400000">
        <a:off x="5040879" y="847863"/>
        <a:ext cx="2343484" cy="2543591"/>
      </dsp:txXfrm>
    </dsp:sp>
    <dsp:sp modelId="{06F63A32-089C-DA44-BA28-21DFA5B2EC4F}">
      <dsp:nvSpPr>
        <dsp:cNvPr id="0" name=""/>
        <dsp:cNvSpPr/>
      </dsp:nvSpPr>
      <dsp:spPr>
        <a:xfrm rot="16200000">
          <a:off x="6612209" y="947916"/>
          <a:ext cx="4239317" cy="2343484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121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s-PE" altLang="es-PE" sz="16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No existe una herramienta analítica simple que permita proyectar tendencias futuras de abandono o pérdida de continuidad.</a:t>
          </a:r>
          <a:endParaRPr lang="es-MX" sz="1600" kern="1200" dirty="0">
            <a:solidFill>
              <a:schemeClr val="bg1"/>
            </a:solidFill>
          </a:endParaRPr>
        </a:p>
      </dsp:txBody>
      <dsp:txXfrm rot="5400000">
        <a:off x="7560125" y="847863"/>
        <a:ext cx="2343484" cy="25435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6727FD-700B-FA4D-8C68-50F38EF69C63}">
      <dsp:nvSpPr>
        <dsp:cNvPr id="0" name=""/>
        <dsp:cNvSpPr/>
      </dsp:nvSpPr>
      <dsp:spPr>
        <a:xfrm>
          <a:off x="0" y="0"/>
          <a:ext cx="4498847" cy="449884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F58CA-5C42-874B-A2F7-1C184A0AC75D}">
      <dsp:nvSpPr>
        <dsp:cNvPr id="0" name=""/>
        <dsp:cNvSpPr/>
      </dsp:nvSpPr>
      <dsp:spPr>
        <a:xfrm>
          <a:off x="2249423" y="0"/>
          <a:ext cx="8287435" cy="449884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b="0" i="0" kern="1200" baseline="0" dirty="0"/>
            <a:t>La consultora necesita anticiparse a posibles pérdidas de colaboradores, por </a:t>
          </a:r>
          <a:r>
            <a:rPr lang="es-PE" sz="2100" b="0" i="0" kern="1200" baseline="0" dirty="0" err="1"/>
            <a:t>ende</a:t>
          </a:r>
          <a:r>
            <a:rPr lang="es-PE" sz="2100" b="0" i="0" kern="1200" baseline="0" dirty="0"/>
            <a:t> de proyectos. </a:t>
          </a:r>
          <a:endParaRPr lang="es-PE" sz="2100" kern="1200" dirty="0"/>
        </a:p>
      </dsp:txBody>
      <dsp:txXfrm>
        <a:off x="2249423" y="0"/>
        <a:ext cx="4143717" cy="956004"/>
      </dsp:txXfrm>
    </dsp:sp>
    <dsp:sp modelId="{D3037F47-C5E4-C344-BFC2-1F67EDFC93C4}">
      <dsp:nvSpPr>
        <dsp:cNvPr id="0" name=""/>
        <dsp:cNvSpPr/>
      </dsp:nvSpPr>
      <dsp:spPr>
        <a:xfrm>
          <a:off x="590473" y="956004"/>
          <a:ext cx="3317899" cy="331789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79841-4ADF-EC4E-BCE3-9A2637629F71}">
      <dsp:nvSpPr>
        <dsp:cNvPr id="0" name=""/>
        <dsp:cNvSpPr/>
      </dsp:nvSpPr>
      <dsp:spPr>
        <a:xfrm>
          <a:off x="2249423" y="956004"/>
          <a:ext cx="8287435" cy="3317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b="0" i="0" kern="1200" baseline="0" dirty="0"/>
            <a:t>Poder detectar tendencias ayuda a: </a:t>
          </a:r>
          <a:endParaRPr lang="es-PE" sz="2100" kern="1200" dirty="0"/>
        </a:p>
      </dsp:txBody>
      <dsp:txXfrm>
        <a:off x="2249423" y="956004"/>
        <a:ext cx="4143717" cy="956004"/>
      </dsp:txXfrm>
    </dsp:sp>
    <dsp:sp modelId="{4C66E6FD-53AB-FB4C-A784-B949391C5111}">
      <dsp:nvSpPr>
        <dsp:cNvPr id="0" name=""/>
        <dsp:cNvSpPr/>
      </dsp:nvSpPr>
      <dsp:spPr>
        <a:xfrm>
          <a:off x="1180947" y="1912009"/>
          <a:ext cx="2136952" cy="213695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96F1A-2F76-644C-A1DC-AE6E31AD6E0F}">
      <dsp:nvSpPr>
        <dsp:cNvPr id="0" name=""/>
        <dsp:cNvSpPr/>
      </dsp:nvSpPr>
      <dsp:spPr>
        <a:xfrm>
          <a:off x="2249423" y="1912009"/>
          <a:ext cx="8287435" cy="21369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b="0" i="0" kern="1200" baseline="0" dirty="0"/>
            <a:t>El uso de modelos predictivos permite transformar datos históricos en información útil para negocio. </a:t>
          </a:r>
          <a:endParaRPr lang="es-PE" sz="2100" kern="1200" dirty="0"/>
        </a:p>
      </dsp:txBody>
      <dsp:txXfrm>
        <a:off x="2249423" y="1912009"/>
        <a:ext cx="4143717" cy="956004"/>
      </dsp:txXfrm>
    </dsp:sp>
    <dsp:sp modelId="{F4DE4A95-37FB-4267-BB4C-59E7EC78F599}">
      <dsp:nvSpPr>
        <dsp:cNvPr id="0" name=""/>
        <dsp:cNvSpPr/>
      </dsp:nvSpPr>
      <dsp:spPr>
        <a:xfrm>
          <a:off x="1771421" y="2868014"/>
          <a:ext cx="956004" cy="95600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4AB94-720C-4547-B678-359AF71BC54F}">
      <dsp:nvSpPr>
        <dsp:cNvPr id="0" name=""/>
        <dsp:cNvSpPr/>
      </dsp:nvSpPr>
      <dsp:spPr>
        <a:xfrm>
          <a:off x="2249423" y="2868014"/>
          <a:ext cx="8287435" cy="95600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b="0" i="0" kern="1200" baseline="0"/>
            <a:t>Se buscó construir una solución: </a:t>
          </a:r>
          <a:endParaRPr lang="es-PE" sz="2100" kern="1200"/>
        </a:p>
      </dsp:txBody>
      <dsp:txXfrm>
        <a:off x="2249423" y="2868014"/>
        <a:ext cx="4143717" cy="956004"/>
      </dsp:txXfrm>
    </dsp:sp>
    <dsp:sp modelId="{BBFF07B8-6F26-B84E-A8AB-19D12DFA3057}">
      <dsp:nvSpPr>
        <dsp:cNvPr id="0" name=""/>
        <dsp:cNvSpPr/>
      </dsp:nvSpPr>
      <dsp:spPr>
        <a:xfrm>
          <a:off x="6393141" y="956004"/>
          <a:ext cx="4143717" cy="956004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500" b="0" i="0" kern="1200" baseline="0"/>
            <a:t>Mejorar la toma de decisiones. </a:t>
          </a:r>
          <a:endParaRPr lang="es-PE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500" b="0" i="0" kern="1200" baseline="0"/>
            <a:t>Reducir riesgos operativos. </a:t>
          </a:r>
          <a:endParaRPr lang="es-PE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500" b="0" i="0" kern="1200" baseline="0" dirty="0"/>
            <a:t>Preparar estrategias comerciales. </a:t>
          </a:r>
          <a:endParaRPr lang="es-PE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500" b="0" i="0" kern="1200" baseline="0" dirty="0"/>
            <a:t>Optimizar la asignación de recursos. </a:t>
          </a:r>
          <a:endParaRPr lang="es-PE" sz="1500" kern="1200" dirty="0"/>
        </a:p>
      </dsp:txBody>
      <dsp:txXfrm>
        <a:off x="6393141" y="956004"/>
        <a:ext cx="4143717" cy="956004"/>
      </dsp:txXfrm>
    </dsp:sp>
    <dsp:sp modelId="{49262429-8B35-2C46-8FF6-31CBF38C001C}">
      <dsp:nvSpPr>
        <dsp:cNvPr id="0" name=""/>
        <dsp:cNvSpPr/>
      </dsp:nvSpPr>
      <dsp:spPr>
        <a:xfrm>
          <a:off x="6393141" y="1912009"/>
          <a:ext cx="4143717" cy="956004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500" b="0" i="0" kern="1200" baseline="0" dirty="0">
              <a:latin typeface="Tw Cen MT" panose="020B0602020104020603"/>
            </a:rPr>
            <a:t>Mayo a Octubre 2025</a:t>
          </a:r>
        </a:p>
      </dsp:txBody>
      <dsp:txXfrm>
        <a:off x="6393141" y="1912009"/>
        <a:ext cx="4143717" cy="956004"/>
      </dsp:txXfrm>
    </dsp:sp>
    <dsp:sp modelId="{083E20F9-7277-4201-B98F-4A412B09804F}">
      <dsp:nvSpPr>
        <dsp:cNvPr id="0" name=""/>
        <dsp:cNvSpPr/>
      </dsp:nvSpPr>
      <dsp:spPr>
        <a:xfrm>
          <a:off x="6393141" y="2868014"/>
          <a:ext cx="4143717" cy="956004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500" b="0" i="0" kern="1200" baseline="0"/>
            <a:t>Simple. </a:t>
          </a:r>
          <a:endParaRPr lang="es-PE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500" b="0" i="0" kern="1200" baseline="0" dirty="0"/>
            <a:t>Comprensible. </a:t>
          </a:r>
          <a:endParaRPr lang="es-PE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500" b="0" i="0" kern="1200" baseline="0"/>
            <a:t>Fácil de implementar. </a:t>
          </a:r>
          <a:endParaRPr lang="es-PE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500" b="0" i="0" kern="1200" baseline="0"/>
            <a:t>Escalable a modelos más avanzados.</a:t>
          </a:r>
          <a:endParaRPr lang="es-PE" sz="1500" kern="1200"/>
        </a:p>
      </dsp:txBody>
      <dsp:txXfrm>
        <a:off x="6393141" y="2868014"/>
        <a:ext cx="4143717" cy="9560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A912B-48E2-844E-9E79-8FD88CE5A94D}">
      <dsp:nvSpPr>
        <dsp:cNvPr id="0" name=""/>
        <dsp:cNvSpPr/>
      </dsp:nvSpPr>
      <dsp:spPr>
        <a:xfrm rot="5400000">
          <a:off x="-348721" y="350504"/>
          <a:ext cx="2324810" cy="16273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000" kern="1200" dirty="0"/>
            <a:t>AS-IS</a:t>
          </a:r>
        </a:p>
      </dsp:txBody>
      <dsp:txXfrm rot="-5400000">
        <a:off x="1" y="815467"/>
        <a:ext cx="1627367" cy="697443"/>
      </dsp:txXfrm>
    </dsp:sp>
    <dsp:sp modelId="{031182FB-EF2D-004D-BF81-4C7CA15E4D73}">
      <dsp:nvSpPr>
        <dsp:cNvPr id="0" name=""/>
        <dsp:cNvSpPr/>
      </dsp:nvSpPr>
      <dsp:spPr>
        <a:xfrm rot="5400000">
          <a:off x="5011120" y="-3381969"/>
          <a:ext cx="1511127" cy="82786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PE" sz="1600" kern="1200" dirty="0"/>
            <a:t>La gestión de renovación de personal se realiza de manera reactiva.</a:t>
          </a:r>
          <a:endParaRPr lang="es-MX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PE" sz="1600" kern="1200" dirty="0"/>
            <a:t>No existe un sistema predictivo que anticipe posibles pérdidas de clientes o proyectos.</a:t>
          </a:r>
          <a:endParaRPr lang="es-MX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PE" sz="1600" kern="1200" dirty="0"/>
            <a:t>Las decisiones dependen principalmente de revisiones manuales y experiencia del equipo de RRHH.</a:t>
          </a:r>
          <a:endParaRPr lang="es-MX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PE" sz="1600" kern="1200" dirty="0"/>
            <a:t>La información histórica no se aprovecha para generar proyecciones futuras.</a:t>
          </a:r>
          <a:endParaRPr lang="es-MX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PE" sz="1600" kern="1200" dirty="0"/>
            <a:t>La identificación de riesgos ocurre cuando el personal ya decidió no continuar.</a:t>
          </a:r>
          <a:endParaRPr lang="es-MX" sz="1600" kern="1200" dirty="0"/>
        </a:p>
      </dsp:txBody>
      <dsp:txXfrm rot="-5400000">
        <a:off x="1627368" y="75550"/>
        <a:ext cx="8204865" cy="1363593"/>
      </dsp:txXfrm>
    </dsp:sp>
    <dsp:sp modelId="{DBDC5E11-63CF-7841-A095-E6B597600DC3}">
      <dsp:nvSpPr>
        <dsp:cNvPr id="0" name=""/>
        <dsp:cNvSpPr/>
      </dsp:nvSpPr>
      <dsp:spPr>
        <a:xfrm rot="5400000">
          <a:off x="-348721" y="2390212"/>
          <a:ext cx="2324810" cy="16273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000" kern="1200" dirty="0"/>
            <a:t>TO-BE</a:t>
          </a:r>
        </a:p>
      </dsp:txBody>
      <dsp:txXfrm rot="-5400000">
        <a:off x="1" y="2855175"/>
        <a:ext cx="1627367" cy="697443"/>
      </dsp:txXfrm>
    </dsp:sp>
    <dsp:sp modelId="{5C0E7401-A550-4D47-9D31-04E487496AFC}">
      <dsp:nvSpPr>
        <dsp:cNvPr id="0" name=""/>
        <dsp:cNvSpPr/>
      </dsp:nvSpPr>
      <dsp:spPr>
        <a:xfrm rot="5400000">
          <a:off x="5011120" y="-1342261"/>
          <a:ext cx="1511127" cy="82786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PE" sz="1600" kern="1200" dirty="0"/>
            <a:t>Implementación de un modelo predictivo para anticipar tendencias de no renovación o salida de personal. </a:t>
          </a:r>
          <a:endParaRPr lang="es-MX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PE" sz="1600" kern="1200" dirty="0"/>
            <a:t>Uso de analítica y Machine Learning para apoyar decisiones estratégicas de la consultora.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PE" sz="1600" kern="1200" dirty="0"/>
            <a:t>Monitoreo continuo del comportamiento histórico de colaboradores.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PE" sz="1600" kern="1200" dirty="0"/>
            <a:t>Generación automática de predicciones y visualizaciones. </a:t>
          </a:r>
        </a:p>
      </dsp:txBody>
      <dsp:txXfrm rot="-5400000">
        <a:off x="1627368" y="2115258"/>
        <a:ext cx="8204865" cy="13635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84611-8B28-C449-B2EA-074401E3983A}">
      <dsp:nvSpPr>
        <dsp:cNvPr id="0" name=""/>
        <dsp:cNvSpPr/>
      </dsp:nvSpPr>
      <dsp:spPr>
        <a:xfrm>
          <a:off x="538" y="9168"/>
          <a:ext cx="1374685" cy="687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0" i="0" kern="1200" baseline="0" dirty="0"/>
            <a:t>Propuesta de solución:</a:t>
          </a:r>
          <a:endParaRPr lang="es-PE" sz="1800" kern="1200" dirty="0"/>
        </a:p>
      </dsp:txBody>
      <dsp:txXfrm>
        <a:off x="20670" y="29300"/>
        <a:ext cx="1334421" cy="647078"/>
      </dsp:txXfrm>
    </dsp:sp>
    <dsp:sp modelId="{5B3856A4-0A4E-584C-8178-E3A4AD9BEB9E}">
      <dsp:nvSpPr>
        <dsp:cNvPr id="0" name=""/>
        <dsp:cNvSpPr/>
      </dsp:nvSpPr>
      <dsp:spPr>
        <a:xfrm>
          <a:off x="138007" y="696510"/>
          <a:ext cx="137468" cy="5155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5507"/>
              </a:lnTo>
              <a:lnTo>
                <a:pt x="137468" y="51550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4AFBB9-A79C-0D48-B46B-515B3AC9A21D}">
      <dsp:nvSpPr>
        <dsp:cNvPr id="0" name=""/>
        <dsp:cNvSpPr/>
      </dsp:nvSpPr>
      <dsp:spPr>
        <a:xfrm>
          <a:off x="275476" y="868346"/>
          <a:ext cx="3344709" cy="687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0" i="0" kern="1200" baseline="0" dirty="0"/>
            <a:t>Desarrollar un modelo predictivo basado en Machine Learning. </a:t>
          </a:r>
          <a:endParaRPr lang="es-MX" sz="1600" kern="1200" dirty="0"/>
        </a:p>
      </dsp:txBody>
      <dsp:txXfrm>
        <a:off x="295608" y="888478"/>
        <a:ext cx="3304445" cy="647078"/>
      </dsp:txXfrm>
    </dsp:sp>
    <dsp:sp modelId="{927535F3-EB03-FE43-8477-4C2E1E19EA71}">
      <dsp:nvSpPr>
        <dsp:cNvPr id="0" name=""/>
        <dsp:cNvSpPr/>
      </dsp:nvSpPr>
      <dsp:spPr>
        <a:xfrm>
          <a:off x="138007" y="696510"/>
          <a:ext cx="137468" cy="13746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4685"/>
              </a:lnTo>
              <a:lnTo>
                <a:pt x="137468" y="137468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C72866-E068-504B-AC23-46BE11A3AFD6}">
      <dsp:nvSpPr>
        <dsp:cNvPr id="0" name=""/>
        <dsp:cNvSpPr/>
      </dsp:nvSpPr>
      <dsp:spPr>
        <a:xfrm>
          <a:off x="275476" y="1727525"/>
          <a:ext cx="3344709" cy="687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0" i="0" kern="1200" baseline="0" dirty="0"/>
            <a:t>Utilizar regresión lineal para identificar tendencias de crecimiento o disminución. </a:t>
          </a:r>
          <a:endParaRPr lang="es-MX" sz="1600" kern="1200" dirty="0"/>
        </a:p>
      </dsp:txBody>
      <dsp:txXfrm>
        <a:off x="295608" y="1747657"/>
        <a:ext cx="3304445" cy="647078"/>
      </dsp:txXfrm>
    </dsp:sp>
    <dsp:sp modelId="{21AC515A-4C57-4440-8BF0-B8FD3C89A830}">
      <dsp:nvSpPr>
        <dsp:cNvPr id="0" name=""/>
        <dsp:cNvSpPr/>
      </dsp:nvSpPr>
      <dsp:spPr>
        <a:xfrm>
          <a:off x="138007" y="696510"/>
          <a:ext cx="137468" cy="22338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3864"/>
              </a:lnTo>
              <a:lnTo>
                <a:pt x="137468" y="223386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EEFB1D-C943-4345-BDDF-E475B0ACB138}">
      <dsp:nvSpPr>
        <dsp:cNvPr id="0" name=""/>
        <dsp:cNvSpPr/>
      </dsp:nvSpPr>
      <dsp:spPr>
        <a:xfrm>
          <a:off x="275476" y="2586703"/>
          <a:ext cx="3344709" cy="687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0" i="0" kern="1200" baseline="0" dirty="0"/>
            <a:t>Generar predicciones para los próximos 30 días.</a:t>
          </a:r>
          <a:endParaRPr lang="es-MX" sz="1600" kern="1200" dirty="0"/>
        </a:p>
      </dsp:txBody>
      <dsp:txXfrm>
        <a:off x="295608" y="2606835"/>
        <a:ext cx="3304445" cy="647078"/>
      </dsp:txXfrm>
    </dsp:sp>
    <dsp:sp modelId="{8A9F97FE-A8D0-E643-9E5D-D4FB851C32D1}">
      <dsp:nvSpPr>
        <dsp:cNvPr id="0" name=""/>
        <dsp:cNvSpPr/>
      </dsp:nvSpPr>
      <dsp:spPr>
        <a:xfrm>
          <a:off x="3688919" y="9168"/>
          <a:ext cx="1374685" cy="687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0" i="0" kern="1200" baseline="0" dirty="0"/>
            <a:t>Variables utilizadas:</a:t>
          </a:r>
          <a:endParaRPr lang="es-PE" sz="1800" kern="1200" dirty="0"/>
        </a:p>
      </dsp:txBody>
      <dsp:txXfrm>
        <a:off x="3709051" y="29300"/>
        <a:ext cx="1334421" cy="647078"/>
      </dsp:txXfrm>
    </dsp:sp>
    <dsp:sp modelId="{835257FB-B975-2245-ABED-9DD314E00CB5}">
      <dsp:nvSpPr>
        <dsp:cNvPr id="0" name=""/>
        <dsp:cNvSpPr/>
      </dsp:nvSpPr>
      <dsp:spPr>
        <a:xfrm>
          <a:off x="3826387" y="696510"/>
          <a:ext cx="137468" cy="5155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5507"/>
              </a:lnTo>
              <a:lnTo>
                <a:pt x="137468" y="51550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029934-2CE4-9142-A772-F15E232CAA31}">
      <dsp:nvSpPr>
        <dsp:cNvPr id="0" name=""/>
        <dsp:cNvSpPr/>
      </dsp:nvSpPr>
      <dsp:spPr>
        <a:xfrm>
          <a:off x="3963856" y="868346"/>
          <a:ext cx="3344709" cy="687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0" i="0" kern="1200" baseline="0" dirty="0"/>
            <a:t>Variable independiente (X): Número de días transcurridos. </a:t>
          </a:r>
          <a:endParaRPr lang="es-MX" sz="1600" kern="1200" dirty="0"/>
        </a:p>
      </dsp:txBody>
      <dsp:txXfrm>
        <a:off x="3983988" y="888478"/>
        <a:ext cx="3304445" cy="647078"/>
      </dsp:txXfrm>
    </dsp:sp>
    <dsp:sp modelId="{C1348D57-FD2A-EB4D-937B-46848ADDEE5B}">
      <dsp:nvSpPr>
        <dsp:cNvPr id="0" name=""/>
        <dsp:cNvSpPr/>
      </dsp:nvSpPr>
      <dsp:spPr>
        <a:xfrm>
          <a:off x="3826387" y="696510"/>
          <a:ext cx="137468" cy="13746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4685"/>
              </a:lnTo>
              <a:lnTo>
                <a:pt x="137468" y="137468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C00FE6-0AEB-F740-A4DD-8F213EC2E7A6}">
      <dsp:nvSpPr>
        <dsp:cNvPr id="0" name=""/>
        <dsp:cNvSpPr/>
      </dsp:nvSpPr>
      <dsp:spPr>
        <a:xfrm>
          <a:off x="3963856" y="1727525"/>
          <a:ext cx="3344709" cy="687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0" i="0" kern="1200" baseline="0" dirty="0"/>
            <a:t>Variable dependiente (y): Cantidad de colaboradores que no continuaron o rotaron por día.</a:t>
          </a:r>
          <a:endParaRPr lang="es-PE" sz="1600" kern="1200" dirty="0"/>
        </a:p>
      </dsp:txBody>
      <dsp:txXfrm>
        <a:off x="3983988" y="1747657"/>
        <a:ext cx="3304445" cy="647078"/>
      </dsp:txXfrm>
    </dsp:sp>
    <dsp:sp modelId="{47F15486-E9E7-4B41-BA96-7CF29596F042}">
      <dsp:nvSpPr>
        <dsp:cNvPr id="0" name=""/>
        <dsp:cNvSpPr/>
      </dsp:nvSpPr>
      <dsp:spPr>
        <a:xfrm>
          <a:off x="7377299" y="9168"/>
          <a:ext cx="1374685" cy="687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b="0" i="0" kern="1200" baseline="0" dirty="0"/>
            <a:t>Alcance de la propuesta:</a:t>
          </a:r>
          <a:endParaRPr lang="es-PE" sz="1800" kern="1200" dirty="0"/>
        </a:p>
      </dsp:txBody>
      <dsp:txXfrm>
        <a:off x="7397431" y="29300"/>
        <a:ext cx="1334421" cy="647078"/>
      </dsp:txXfrm>
    </dsp:sp>
    <dsp:sp modelId="{556BE04F-74EC-084F-A70B-5C290F3D35E5}">
      <dsp:nvSpPr>
        <dsp:cNvPr id="0" name=""/>
        <dsp:cNvSpPr/>
      </dsp:nvSpPr>
      <dsp:spPr>
        <a:xfrm>
          <a:off x="7514768" y="696510"/>
          <a:ext cx="137468" cy="5155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5507"/>
              </a:lnTo>
              <a:lnTo>
                <a:pt x="137468" y="51550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D1FEC0-A6D4-944B-B7E7-65391883B370}">
      <dsp:nvSpPr>
        <dsp:cNvPr id="0" name=""/>
        <dsp:cNvSpPr/>
      </dsp:nvSpPr>
      <dsp:spPr>
        <a:xfrm>
          <a:off x="7652237" y="868346"/>
          <a:ext cx="3344709" cy="687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0" i="0" kern="1200" baseline="0"/>
            <a:t>Detectar tendencias futuras. </a:t>
          </a:r>
          <a:endParaRPr lang="es-MX" sz="1600" kern="1200"/>
        </a:p>
      </dsp:txBody>
      <dsp:txXfrm>
        <a:off x="7672369" y="888478"/>
        <a:ext cx="3304445" cy="647078"/>
      </dsp:txXfrm>
    </dsp:sp>
    <dsp:sp modelId="{ECDB2CCA-963D-9E4F-A5C7-9175C65FA5D3}">
      <dsp:nvSpPr>
        <dsp:cNvPr id="0" name=""/>
        <dsp:cNvSpPr/>
      </dsp:nvSpPr>
      <dsp:spPr>
        <a:xfrm>
          <a:off x="7514768" y="696510"/>
          <a:ext cx="137468" cy="13746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4685"/>
              </a:lnTo>
              <a:lnTo>
                <a:pt x="137468" y="1374685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76707B-7FA5-C941-BBC5-1D6041E12404}">
      <dsp:nvSpPr>
        <dsp:cNvPr id="0" name=""/>
        <dsp:cNvSpPr/>
      </dsp:nvSpPr>
      <dsp:spPr>
        <a:xfrm>
          <a:off x="7652237" y="1727525"/>
          <a:ext cx="3344709" cy="687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0" i="0" kern="1200" baseline="0" dirty="0"/>
            <a:t>Facilitar decisiones preventivas. </a:t>
          </a:r>
          <a:endParaRPr lang="es-PE" sz="1600" kern="1200" dirty="0"/>
        </a:p>
      </dsp:txBody>
      <dsp:txXfrm>
        <a:off x="7672369" y="1747657"/>
        <a:ext cx="3304445" cy="647078"/>
      </dsp:txXfrm>
    </dsp:sp>
    <dsp:sp modelId="{63A19969-EFFB-304F-A2A8-D34D8AF3E6B2}">
      <dsp:nvSpPr>
        <dsp:cNvPr id="0" name=""/>
        <dsp:cNvSpPr/>
      </dsp:nvSpPr>
      <dsp:spPr>
        <a:xfrm>
          <a:off x="7514768" y="696510"/>
          <a:ext cx="137468" cy="22338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3864"/>
              </a:lnTo>
              <a:lnTo>
                <a:pt x="137468" y="223386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A832F2-9B5A-6248-BBD5-A86155D8D320}">
      <dsp:nvSpPr>
        <dsp:cNvPr id="0" name=""/>
        <dsp:cNvSpPr/>
      </dsp:nvSpPr>
      <dsp:spPr>
        <a:xfrm>
          <a:off x="7652237" y="2586703"/>
          <a:ext cx="3344709" cy="687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0" i="0" kern="1200" baseline="0" dirty="0"/>
            <a:t>Generar visualizaciones comprensibles para negocio. </a:t>
          </a:r>
          <a:endParaRPr lang="es-PE" sz="1600" kern="1200" dirty="0"/>
        </a:p>
      </dsp:txBody>
      <dsp:txXfrm>
        <a:off x="7672369" y="2606835"/>
        <a:ext cx="3304445" cy="647078"/>
      </dsp:txXfrm>
    </dsp:sp>
    <dsp:sp modelId="{E418F641-95CC-0F4E-8CB5-540BF054BBC8}">
      <dsp:nvSpPr>
        <dsp:cNvPr id="0" name=""/>
        <dsp:cNvSpPr/>
      </dsp:nvSpPr>
      <dsp:spPr>
        <a:xfrm>
          <a:off x="7514768" y="696510"/>
          <a:ext cx="137468" cy="30930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42"/>
              </a:lnTo>
              <a:lnTo>
                <a:pt x="137468" y="309304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45FCDE-08A1-9249-A337-4C055A59979E}">
      <dsp:nvSpPr>
        <dsp:cNvPr id="0" name=""/>
        <dsp:cNvSpPr/>
      </dsp:nvSpPr>
      <dsp:spPr>
        <a:xfrm>
          <a:off x="7652237" y="3445882"/>
          <a:ext cx="3344709" cy="6873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0" i="0" kern="1200" baseline="0" dirty="0"/>
            <a:t>Servir como base para futuras mejoras analíticas.</a:t>
          </a:r>
          <a:endParaRPr lang="es-PE" sz="1600" kern="1200" dirty="0"/>
        </a:p>
      </dsp:txBody>
      <dsp:txXfrm>
        <a:off x="7672369" y="3466014"/>
        <a:ext cx="3304445" cy="6470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C2B440-8433-ED4B-931B-9D88526F1E68}">
      <dsp:nvSpPr>
        <dsp:cNvPr id="0" name=""/>
        <dsp:cNvSpPr/>
      </dsp:nvSpPr>
      <dsp:spPr>
        <a:xfrm>
          <a:off x="1170" y="382915"/>
          <a:ext cx="2405326" cy="96213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500" kern="1200" dirty="0">
              <a:latin typeface="Arial" panose="020B0604020202020204" pitchFamily="34" charset="0"/>
            </a:rPr>
            <a:t>Tecnologías utilizadas</a:t>
          </a:r>
          <a:endParaRPr lang="es-MX" sz="1500" kern="1200" dirty="0"/>
        </a:p>
      </dsp:txBody>
      <dsp:txXfrm>
        <a:off x="482235" y="382915"/>
        <a:ext cx="1443196" cy="962130"/>
      </dsp:txXfrm>
    </dsp:sp>
    <dsp:sp modelId="{E30B889D-093B-6C48-BB45-D85DCEB27884}">
      <dsp:nvSpPr>
        <dsp:cNvPr id="0" name=""/>
        <dsp:cNvSpPr/>
      </dsp:nvSpPr>
      <dsp:spPr>
        <a:xfrm>
          <a:off x="2093804" y="464696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SzTx/>
            <a:buNone/>
          </a:pPr>
          <a:r>
            <a:rPr lang="es-ES_tradnl" sz="1400" kern="1200" dirty="0">
              <a:latin typeface="Arial" panose="020B0604020202020204" pitchFamily="34" charset="0"/>
            </a:rPr>
            <a:t>Python </a:t>
          </a:r>
          <a:endParaRPr lang="es-MX" sz="1400" kern="1200" dirty="0"/>
        </a:p>
      </dsp:txBody>
      <dsp:txXfrm>
        <a:off x="2493088" y="464696"/>
        <a:ext cx="1197852" cy="798568"/>
      </dsp:txXfrm>
    </dsp:sp>
    <dsp:sp modelId="{CEA4562F-3DF9-D446-9F81-337BB7935385}">
      <dsp:nvSpPr>
        <dsp:cNvPr id="0" name=""/>
        <dsp:cNvSpPr/>
      </dsp:nvSpPr>
      <dsp:spPr>
        <a:xfrm>
          <a:off x="3810726" y="464696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>
              <a:latin typeface="Arial" panose="020B0604020202020204" pitchFamily="34" charset="0"/>
            </a:rPr>
            <a:t>Pandas </a:t>
          </a:r>
        </a:p>
      </dsp:txBody>
      <dsp:txXfrm>
        <a:off x="4210010" y="464696"/>
        <a:ext cx="1197852" cy="798568"/>
      </dsp:txXfrm>
    </dsp:sp>
    <dsp:sp modelId="{926A95DD-46EE-0948-8924-9A2D4AC6EB8D}">
      <dsp:nvSpPr>
        <dsp:cNvPr id="0" name=""/>
        <dsp:cNvSpPr/>
      </dsp:nvSpPr>
      <dsp:spPr>
        <a:xfrm>
          <a:off x="5527648" y="464696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>
              <a:latin typeface="Arial"/>
              <a:cs typeface="Arial"/>
            </a:rPr>
            <a:t>NumPy </a:t>
          </a:r>
        </a:p>
      </dsp:txBody>
      <dsp:txXfrm>
        <a:off x="5926932" y="464696"/>
        <a:ext cx="1197852" cy="798568"/>
      </dsp:txXfrm>
    </dsp:sp>
    <dsp:sp modelId="{A89241F6-1BA1-4EBE-AFF1-A8801246B451}">
      <dsp:nvSpPr>
        <dsp:cNvPr id="0" name=""/>
        <dsp:cNvSpPr/>
      </dsp:nvSpPr>
      <dsp:spPr>
        <a:xfrm>
          <a:off x="7244569" y="464696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>
              <a:latin typeface="Arial"/>
              <a:cs typeface="Arial"/>
            </a:rPr>
            <a:t>Seaborn</a:t>
          </a:r>
        </a:p>
      </dsp:txBody>
      <dsp:txXfrm>
        <a:off x="7643853" y="464696"/>
        <a:ext cx="1197852" cy="798568"/>
      </dsp:txXfrm>
    </dsp:sp>
    <dsp:sp modelId="{632772CD-9C7D-E24D-93B1-C000A3BB7D8D}">
      <dsp:nvSpPr>
        <dsp:cNvPr id="0" name=""/>
        <dsp:cNvSpPr/>
      </dsp:nvSpPr>
      <dsp:spPr>
        <a:xfrm>
          <a:off x="8961491" y="464696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>
              <a:latin typeface="Arial"/>
              <a:cs typeface="Arial"/>
            </a:rPr>
            <a:t>Matplotlib</a:t>
          </a:r>
        </a:p>
      </dsp:txBody>
      <dsp:txXfrm>
        <a:off x="9360775" y="464696"/>
        <a:ext cx="1197852" cy="798568"/>
      </dsp:txXfrm>
    </dsp:sp>
    <dsp:sp modelId="{BCE69AC5-EDF5-6048-82A3-2F4E580882C0}">
      <dsp:nvSpPr>
        <dsp:cNvPr id="0" name=""/>
        <dsp:cNvSpPr/>
      </dsp:nvSpPr>
      <dsp:spPr>
        <a:xfrm>
          <a:off x="1170" y="1479743"/>
          <a:ext cx="2405326" cy="96213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500" kern="1200" dirty="0">
              <a:latin typeface="Arial" panose="020B0604020202020204" pitchFamily="34" charset="0"/>
            </a:rPr>
            <a:t>Flujo de implementación</a:t>
          </a:r>
          <a:endParaRPr lang="es-MX" sz="1500" kern="1200" dirty="0"/>
        </a:p>
      </dsp:txBody>
      <dsp:txXfrm>
        <a:off x="482235" y="1479743"/>
        <a:ext cx="1443196" cy="962130"/>
      </dsp:txXfrm>
    </dsp:sp>
    <dsp:sp modelId="{D63E9201-7A03-5F45-865F-676A48BB160C}">
      <dsp:nvSpPr>
        <dsp:cNvPr id="0" name=""/>
        <dsp:cNvSpPr/>
      </dsp:nvSpPr>
      <dsp:spPr>
        <a:xfrm>
          <a:off x="2093804" y="1561524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>
              <a:latin typeface="Arial"/>
              <a:cs typeface="Arial"/>
            </a:rPr>
            <a:t>Carga y preparación de datos históricos. </a:t>
          </a:r>
        </a:p>
      </dsp:txBody>
      <dsp:txXfrm>
        <a:off x="2493088" y="1561524"/>
        <a:ext cx="1197852" cy="798568"/>
      </dsp:txXfrm>
    </dsp:sp>
    <dsp:sp modelId="{4C642C97-12AB-AB4D-BC7B-4A63DD7015B4}">
      <dsp:nvSpPr>
        <dsp:cNvPr id="0" name=""/>
        <dsp:cNvSpPr/>
      </dsp:nvSpPr>
      <dsp:spPr>
        <a:xfrm>
          <a:off x="3810726" y="1561524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>
              <a:latin typeface="Arial" panose="020B0604020202020204" pitchFamily="34" charset="0"/>
            </a:rPr>
            <a:t>Entrenamiento del modelo de regresión lineal. </a:t>
          </a:r>
          <a:endParaRPr lang="es-ES_tradnl" sz="1400" kern="1200" dirty="0">
            <a:latin typeface="Arial" panose="020B0604020202020204" pitchFamily="34" charset="0"/>
          </a:endParaRPr>
        </a:p>
      </dsp:txBody>
      <dsp:txXfrm>
        <a:off x="4210010" y="1561524"/>
        <a:ext cx="1197852" cy="798568"/>
      </dsp:txXfrm>
    </dsp:sp>
    <dsp:sp modelId="{3C6EDCAC-C7A9-394C-B1C8-2C99100064E5}">
      <dsp:nvSpPr>
        <dsp:cNvPr id="0" name=""/>
        <dsp:cNvSpPr/>
      </dsp:nvSpPr>
      <dsp:spPr>
        <a:xfrm>
          <a:off x="5527648" y="1561524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>
              <a:latin typeface="Arial" panose="020B0604020202020204" pitchFamily="34" charset="0"/>
            </a:rPr>
            <a:t>Generación de predicciones futuras. </a:t>
          </a:r>
          <a:endParaRPr lang="es-ES_tradnl" sz="1400" kern="1200" dirty="0">
            <a:latin typeface="Arial" panose="020B0604020202020204" pitchFamily="34" charset="0"/>
          </a:endParaRPr>
        </a:p>
      </dsp:txBody>
      <dsp:txXfrm>
        <a:off x="5926932" y="1561524"/>
        <a:ext cx="1197852" cy="798568"/>
      </dsp:txXfrm>
    </dsp:sp>
    <dsp:sp modelId="{4ECAD6D7-A0CB-4EAC-B7CA-BB0CE1B92C57}">
      <dsp:nvSpPr>
        <dsp:cNvPr id="0" name=""/>
        <dsp:cNvSpPr/>
      </dsp:nvSpPr>
      <dsp:spPr>
        <a:xfrm>
          <a:off x="7244569" y="1561524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>
              <a:latin typeface="Arial"/>
              <a:cs typeface="Arial"/>
            </a:rPr>
            <a:t>Construcción de tabla comparativa. </a:t>
          </a:r>
        </a:p>
      </dsp:txBody>
      <dsp:txXfrm>
        <a:off x="7643853" y="1561524"/>
        <a:ext cx="1197852" cy="798568"/>
      </dsp:txXfrm>
    </dsp:sp>
    <dsp:sp modelId="{D6F3DC2D-C8E8-2443-9968-4CBAC8788EB7}">
      <dsp:nvSpPr>
        <dsp:cNvPr id="0" name=""/>
        <dsp:cNvSpPr/>
      </dsp:nvSpPr>
      <dsp:spPr>
        <a:xfrm>
          <a:off x="8961491" y="1561524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>
              <a:latin typeface="Arial" panose="020B0604020202020204" pitchFamily="34" charset="0"/>
            </a:rPr>
            <a:t>Visualización gráfica de resultados.</a:t>
          </a:r>
          <a:endParaRPr lang="es-ES_tradnl" sz="1400" kern="1200" dirty="0">
            <a:latin typeface="Arial" panose="020B0604020202020204" pitchFamily="34" charset="0"/>
          </a:endParaRPr>
        </a:p>
      </dsp:txBody>
      <dsp:txXfrm>
        <a:off x="9360775" y="1561524"/>
        <a:ext cx="1197852" cy="798568"/>
      </dsp:txXfrm>
    </dsp:sp>
    <dsp:sp modelId="{7A2119B2-BAB2-154A-8E45-93A406A4356F}">
      <dsp:nvSpPr>
        <dsp:cNvPr id="0" name=""/>
        <dsp:cNvSpPr/>
      </dsp:nvSpPr>
      <dsp:spPr>
        <a:xfrm>
          <a:off x="1170" y="2576572"/>
          <a:ext cx="2405326" cy="96213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500" kern="1200" dirty="0">
              <a:latin typeface="Arial" panose="020B0604020202020204" pitchFamily="34" charset="0"/>
            </a:rPr>
            <a:t>Modelo implementado</a:t>
          </a:r>
          <a:endParaRPr lang="es-MX" sz="1500" kern="1200" dirty="0"/>
        </a:p>
      </dsp:txBody>
      <dsp:txXfrm>
        <a:off x="482235" y="2576572"/>
        <a:ext cx="1443196" cy="962130"/>
      </dsp:txXfrm>
    </dsp:sp>
    <dsp:sp modelId="{834A784C-A7A9-5048-8412-CD13436C10B6}">
      <dsp:nvSpPr>
        <dsp:cNvPr id="0" name=""/>
        <dsp:cNvSpPr/>
      </dsp:nvSpPr>
      <dsp:spPr>
        <a:xfrm>
          <a:off x="2093804" y="2658353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>
              <a:latin typeface="Arial" panose="020B0604020202020204" pitchFamily="34" charset="0"/>
            </a:rPr>
            <a:t>Modelo de regresión lineal simple. </a:t>
          </a:r>
          <a:endParaRPr lang="es-ES_tradnl" sz="1400" kern="1200" dirty="0">
            <a:latin typeface="Arial" panose="020B0604020202020204" pitchFamily="34" charset="0"/>
          </a:endParaRPr>
        </a:p>
      </dsp:txBody>
      <dsp:txXfrm>
        <a:off x="2493088" y="2658353"/>
        <a:ext cx="1197852" cy="798568"/>
      </dsp:txXfrm>
    </dsp:sp>
    <dsp:sp modelId="{3CCB4C62-A04F-F54C-AA5F-901D012FD0CF}">
      <dsp:nvSpPr>
        <dsp:cNvPr id="0" name=""/>
        <dsp:cNvSpPr/>
      </dsp:nvSpPr>
      <dsp:spPr>
        <a:xfrm>
          <a:off x="3810726" y="2658353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>
              <a:latin typeface="Arial" panose="020B0604020202020204" pitchFamily="34" charset="0"/>
            </a:rPr>
            <a:t>Entrenado con 180 días de información histórica. </a:t>
          </a:r>
          <a:endParaRPr lang="es-ES_tradnl" sz="1400" kern="1200" dirty="0">
            <a:latin typeface="Arial" panose="020B0604020202020204" pitchFamily="34" charset="0"/>
          </a:endParaRPr>
        </a:p>
      </dsp:txBody>
      <dsp:txXfrm>
        <a:off x="4210010" y="2658353"/>
        <a:ext cx="1197852" cy="798568"/>
      </dsp:txXfrm>
    </dsp:sp>
    <dsp:sp modelId="{145240E1-4F54-1B46-94F3-5BE46DC2B791}">
      <dsp:nvSpPr>
        <dsp:cNvPr id="0" name=""/>
        <dsp:cNvSpPr/>
      </dsp:nvSpPr>
      <dsp:spPr>
        <a:xfrm>
          <a:off x="5527648" y="2658353"/>
          <a:ext cx="1996420" cy="79856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>
              <a:latin typeface="Arial" panose="020B0604020202020204" pitchFamily="34" charset="0"/>
            </a:rPr>
            <a:t>Predicción realizada para los siguientes 30 días.</a:t>
          </a:r>
        </a:p>
      </dsp:txBody>
      <dsp:txXfrm>
        <a:off x="5926932" y="2658353"/>
        <a:ext cx="1197852" cy="7985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917CA4-8E0D-684D-ABD7-90976490DE1E}">
      <dsp:nvSpPr>
        <dsp:cNvPr id="0" name=""/>
        <dsp:cNvSpPr/>
      </dsp:nvSpPr>
      <dsp:spPr>
        <a:xfrm rot="5400000">
          <a:off x="516486" y="878049"/>
          <a:ext cx="3262431" cy="23219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/>
            <a:t>Se identificó una tendencia creciente en la rotación/no renovación.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/>
            <a:t>El modelo logró seguir el comportamiento general de la data.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/>
            <a:t>Las predicciones mantienen coherencia con la tendencia histórica.</a:t>
          </a:r>
        </a:p>
      </dsp:txBody>
      <dsp:txXfrm rot="-5400000">
        <a:off x="986732" y="521151"/>
        <a:ext cx="2208591" cy="3035735"/>
      </dsp:txXfrm>
    </dsp:sp>
    <dsp:sp modelId="{19F4E068-53C6-084B-8CD7-61EB78E4184A}">
      <dsp:nvSpPr>
        <dsp:cNvPr id="0" name=""/>
        <dsp:cNvSpPr/>
      </dsp:nvSpPr>
      <dsp:spPr>
        <a:xfrm>
          <a:off x="319358" y="0"/>
          <a:ext cx="667373" cy="4078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000" b="1" kern="1200" dirty="0">
              <a:latin typeface="Tw Cen MT" panose="020B0602020104020603"/>
            </a:rPr>
            <a:t>Insights</a:t>
          </a:r>
          <a:endParaRPr lang="es-PE" sz="3000" kern="1200" dirty="0"/>
        </a:p>
      </dsp:txBody>
      <dsp:txXfrm>
        <a:off x="351936" y="32578"/>
        <a:ext cx="602217" cy="40128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5EED7-3943-FB4E-8718-7C80B9EEC375}">
      <dsp:nvSpPr>
        <dsp:cNvPr id="0" name=""/>
        <dsp:cNvSpPr/>
      </dsp:nvSpPr>
      <dsp:spPr>
        <a:xfrm>
          <a:off x="785839" y="0"/>
          <a:ext cx="8906175" cy="427059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41D4D-EA04-9943-B827-E0CEAB229FD3}">
      <dsp:nvSpPr>
        <dsp:cNvPr id="0" name=""/>
        <dsp:cNvSpPr/>
      </dsp:nvSpPr>
      <dsp:spPr>
        <a:xfrm>
          <a:off x="94165" y="917673"/>
          <a:ext cx="3171843" cy="24352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/>
            <a:t>Evaluación del modelo:</a:t>
          </a:r>
          <a:endParaRPr lang="es-PE" sz="20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ü"/>
          </a:pPr>
          <a:r>
            <a:rPr lang="es-ES_tradnl" sz="1600" kern="1200" dirty="0"/>
            <a:t>El modelo mostró resultados consistentes para una predicción básica. </a:t>
          </a:r>
          <a:endParaRPr lang="es-PE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ü"/>
          </a:pPr>
          <a:r>
            <a:rPr lang="es-ES_tradnl" sz="1600" kern="1200" dirty="0"/>
            <a:t>La regresión lineal </a:t>
          </a:r>
          <a:r>
            <a:rPr lang="es-ES_tradnl" sz="1600" kern="1200" dirty="0">
              <a:latin typeface="Tw Cen MT" panose="020B0602020104020603"/>
            </a:rPr>
            <a:t>permite identificar</a:t>
          </a:r>
          <a:r>
            <a:rPr lang="es-ES_tradnl" sz="1600" kern="1200" dirty="0"/>
            <a:t> la tendencia general. </a:t>
          </a:r>
          <a:endParaRPr lang="es-P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ü"/>
          </a:pPr>
          <a:r>
            <a:rPr lang="es-ES_tradnl" sz="1600" kern="1200" dirty="0"/>
            <a:t>La solución es interpretable y fácil de explicar al negocio.</a:t>
          </a:r>
          <a:endParaRPr lang="es-PE" sz="1600" kern="1200" dirty="0"/>
        </a:p>
      </dsp:txBody>
      <dsp:txXfrm>
        <a:off x="213044" y="1036552"/>
        <a:ext cx="2934085" cy="2197487"/>
      </dsp:txXfrm>
    </dsp:sp>
    <dsp:sp modelId="{E26BF08F-E9E0-994D-9449-A537A864DA03}">
      <dsp:nvSpPr>
        <dsp:cNvPr id="0" name=""/>
        <dsp:cNvSpPr/>
      </dsp:nvSpPr>
      <dsp:spPr>
        <a:xfrm>
          <a:off x="3590372" y="1281177"/>
          <a:ext cx="2611383" cy="17082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dirty="0"/>
            <a:t>Ventajas obtenidas:</a:t>
          </a:r>
          <a:endParaRPr lang="es-PE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ü"/>
          </a:pPr>
          <a:r>
            <a:rPr lang="es-ES_tradnl" sz="1600" kern="1200" dirty="0"/>
            <a:t>Implementación rápida. </a:t>
          </a:r>
          <a:endParaRPr lang="es-P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ü"/>
          </a:pPr>
          <a:r>
            <a:rPr lang="es-ES_tradnl" sz="1600" kern="1200" dirty="0"/>
            <a:t>Bajo costo computacional. </a:t>
          </a:r>
          <a:endParaRPr lang="es-P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ü"/>
          </a:pPr>
          <a:r>
            <a:rPr lang="es-ES_tradnl" sz="1600" kern="1200" dirty="0"/>
            <a:t>Fácil mantenimiento. </a:t>
          </a:r>
          <a:endParaRPr lang="es-P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ü"/>
          </a:pPr>
          <a:r>
            <a:rPr lang="es-ES_tradnl" sz="1600" kern="1200" dirty="0"/>
            <a:t>Resultados visualmente comprensibles.</a:t>
          </a:r>
          <a:endParaRPr lang="es-PE" sz="1600" kern="1200" dirty="0"/>
        </a:p>
      </dsp:txBody>
      <dsp:txXfrm>
        <a:off x="3673761" y="1364566"/>
        <a:ext cx="2444605" cy="1541458"/>
      </dsp:txXfrm>
    </dsp:sp>
    <dsp:sp modelId="{BE6B4B3B-F80A-EE43-99BA-0E12BFCD8F16}">
      <dsp:nvSpPr>
        <dsp:cNvPr id="0" name=""/>
        <dsp:cNvSpPr/>
      </dsp:nvSpPr>
      <dsp:spPr>
        <a:xfrm>
          <a:off x="6526119" y="698216"/>
          <a:ext cx="3857569" cy="28741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dirty="0"/>
            <a:t>Conclusiones:</a:t>
          </a:r>
          <a:endParaRPr lang="es-PE" sz="20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ü"/>
          </a:pPr>
          <a:r>
            <a:rPr lang="es-ES_tradnl" sz="1600" kern="1200" dirty="0"/>
            <a:t>El análisis predictivo puede ayudar a reducir riesgos relacionados con la no renovación </a:t>
          </a:r>
          <a:r>
            <a:rPr lang="es-ES_tradnl" sz="1600" kern="1200" dirty="0">
              <a:latin typeface="Tw Cen MT" panose="020B0602020104020603"/>
            </a:rPr>
            <a:t>o renuncia </a:t>
          </a:r>
          <a:r>
            <a:rPr lang="es-ES_tradnl" sz="1600" kern="1200" dirty="0"/>
            <a:t>de </a:t>
          </a:r>
          <a:r>
            <a:rPr lang="es-ES_tradnl" sz="1600" kern="1200" dirty="0">
              <a:latin typeface="Tw Cen MT" panose="020B0602020104020603"/>
            </a:rPr>
            <a:t>colaboradores</a:t>
          </a:r>
          <a:r>
            <a:rPr lang="es-ES_tradnl" sz="1600" kern="1200" dirty="0"/>
            <a:t>. </a:t>
          </a:r>
          <a:endParaRPr lang="es-P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ü"/>
          </a:pPr>
          <a:r>
            <a:rPr lang="es-ES_tradnl" sz="1600" kern="1200" dirty="0"/>
            <a:t>La solución propuesta funciona como una base inicial para futuros modelos más robustos. </a:t>
          </a:r>
          <a:endParaRPr lang="es-P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ü"/>
          </a:pPr>
          <a:r>
            <a:rPr lang="es-ES_tradnl" sz="1600" kern="1200" dirty="0"/>
            <a:t>El proyecto demuestra cómo Machine Learning puede aportar valor en decisiones estratégicas dentro de una consultora.</a:t>
          </a:r>
          <a:endParaRPr lang="es-PE" sz="1600" kern="1200" dirty="0"/>
        </a:p>
      </dsp:txBody>
      <dsp:txXfrm>
        <a:off x="6666424" y="838521"/>
        <a:ext cx="3576959" cy="25935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D4497-B2B3-BB42-BCC6-66A0EC10B0E4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0E4E2-201F-9645-A930-40B51EA267F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7729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0E4E2-201F-9645-A930-40B51EA267F6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20852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_tradn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373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6787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34895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28582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19458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1089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7804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2558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92619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99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91239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7173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79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40904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08437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51863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50920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ES_tradnl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65FDA-6ECA-F649-9D40-2B52E01D4DC0}" type="datetimeFigureOut">
              <a:rPr lang="es-ES_tradnl" smtClean="0"/>
              <a:t>14/05/2026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EAE76-E26A-964C-82A8-4D99DD18478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5527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72353-7F07-0EE6-031E-29727DCE1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487036"/>
            <a:ext cx="8791575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s-PE" dirty="0"/>
              <a:t>Modelo Predictivo de Rotación de Personal para la Anticipación de Salidas en una Consultora </a:t>
            </a:r>
            <a:endParaRPr lang="es-ES_tradnl" dirty="0"/>
          </a:p>
        </p:txBody>
      </p:sp>
      <p:pic>
        <p:nvPicPr>
          <p:cNvPr id="4" name="Imagen 3" descr="Archivo:UTEC-Logo.jpg - Wikipedia, la enciclopedia libre">
            <a:extLst>
              <a:ext uri="{FF2B5EF4-FFF2-40B4-BE49-F238E27FC236}">
                <a16:creationId xmlns:a16="http://schemas.microsoft.com/office/drawing/2014/main" id="{2E99CE63-F72A-92AE-B961-A6A7E9F37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514" y="307529"/>
            <a:ext cx="2242039" cy="2543176"/>
          </a:xfrm>
          <a:prstGeom prst="rect">
            <a:avLst/>
          </a:prstGeom>
        </p:spPr>
      </p:pic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8D90103-DE12-251F-C4A6-0F92F4E1A52C}"/>
              </a:ext>
            </a:extLst>
          </p:cNvPr>
          <p:cNvSpPr txBox="1">
            <a:spLocks/>
          </p:cNvSpPr>
          <p:nvPr/>
        </p:nvSpPr>
        <p:spPr>
          <a:xfrm>
            <a:off x="8733703" y="5685414"/>
            <a:ext cx="2687781" cy="6807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1100">
                <a:latin typeface="Tw Cen MT"/>
                <a:ea typeface="Calibri"/>
                <a:cs typeface="Calibri"/>
              </a:rPr>
              <a:t>Presentado por: </a:t>
            </a:r>
            <a:endParaRPr lang="es-ES" sz="1100"/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ES" sz="1600">
                <a:ea typeface="Calibri"/>
                <a:cs typeface="Calibri"/>
              </a:rPr>
              <a:t>DANIEL GRANADOS</a:t>
            </a:r>
            <a:endParaRPr lang="es-E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1746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17137-6933-2996-A547-C510EE6EE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CONTEXTO</a:t>
            </a:r>
            <a:endParaRPr lang="es-ES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BD0444FC-1FBE-D718-CB99-E0E67BF06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9919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>
                <a:latin typeface="Tw Cen MT"/>
                <a:ea typeface="Calibri"/>
                <a:cs typeface="Calibri"/>
              </a:rPr>
              <a:t>La consultora</a:t>
            </a:r>
            <a:r>
              <a:rPr lang="es-ES" dirty="0">
                <a:latin typeface="Tw Cen MT"/>
                <a:ea typeface="Calibri"/>
                <a:cs typeface="Calibri"/>
              </a:rPr>
              <a:t> depende del talento humano para mantener la continuidad de sus operaciones y proyectos.</a:t>
            </a:r>
            <a:endParaRPr lang="es-ES" dirty="0">
              <a:latin typeface="Tw Cen MT"/>
            </a:endParaRPr>
          </a:p>
          <a:p>
            <a:r>
              <a:rPr lang="es-ES">
                <a:latin typeface="Tw Cen MT"/>
                <a:ea typeface="Calibri"/>
                <a:cs typeface="Calibri"/>
              </a:rPr>
              <a:t>La rotación de personal genera retrasos, sobrecarga laboral y costos de reemplazo. </a:t>
            </a:r>
            <a:endParaRPr lang="es-ES"/>
          </a:p>
          <a:p>
            <a:r>
              <a:rPr lang="es-ES">
                <a:latin typeface="Tw Cen MT"/>
                <a:ea typeface="Calibri"/>
                <a:cs typeface="Calibri"/>
              </a:rPr>
              <a:t>La salida no planificada de colaboradores afecta la disponibilidad de recursos y la planificación operativa. </a:t>
            </a:r>
            <a:endParaRPr lang="es-ES"/>
          </a:p>
          <a:p>
            <a:r>
              <a:rPr lang="es-ES" dirty="0">
                <a:latin typeface="Tw Cen MT"/>
                <a:ea typeface="Calibri"/>
                <a:cs typeface="Calibri"/>
              </a:rPr>
              <a:t>Surge la necesidad de aplicar Machine </a:t>
            </a:r>
            <a:r>
              <a:rPr lang="es-ES" dirty="0" err="1">
                <a:latin typeface="Tw Cen MT"/>
                <a:ea typeface="Calibri"/>
                <a:cs typeface="Calibri"/>
              </a:rPr>
              <a:t>Learning</a:t>
            </a:r>
            <a:r>
              <a:rPr lang="es-ES" dirty="0">
                <a:latin typeface="Tw Cen MT"/>
                <a:ea typeface="Calibri"/>
                <a:cs typeface="Calibri"/>
              </a:rPr>
              <a:t> para anticipar tendencias de desvinculación y mejorar la toma de decisiones en RRHH.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60873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0EB9A-002B-BB49-20AD-58ACAA257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9871A-BC58-595C-6481-8AB274518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 identificado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1653AD15-B887-0886-C788-3A76757DBF81}"/>
              </a:ext>
            </a:extLst>
          </p:cNvPr>
          <p:cNvGraphicFramePr/>
          <p:nvPr/>
        </p:nvGraphicFramePr>
        <p:xfrm>
          <a:off x="1141413" y="2097088"/>
          <a:ext cx="9905999" cy="4239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1065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C44F6-8562-ED18-5320-D23B6B538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¿Por qué desarrollar este proyecto?</a:t>
            </a:r>
            <a:endParaRPr lang="es-ES_tradnl" dirty="0"/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23500928-D5C5-95CB-BB76-291C059541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1873570"/>
              </p:ext>
            </p:extLst>
          </p:nvPr>
        </p:nvGraphicFramePr>
        <p:xfrm>
          <a:off x="825982" y="1901952"/>
          <a:ext cx="10536859" cy="4498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60895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Marcador de contenido 15">
            <a:extLst>
              <a:ext uri="{FF2B5EF4-FFF2-40B4-BE49-F238E27FC236}">
                <a16:creationId xmlns:a16="http://schemas.microsoft.com/office/drawing/2014/main" id="{DCB581CD-A48B-6DF2-12F7-4C16ABB5BE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4195509"/>
              </p:ext>
            </p:extLst>
          </p:nvPr>
        </p:nvGraphicFramePr>
        <p:xfrm>
          <a:off x="1143000" y="1423115"/>
          <a:ext cx="9906000" cy="4368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8153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88BB8-DDCA-ADB8-E183-F23AFF85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Propuesta de solución</a:t>
            </a:r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426F2A62-4B67-E738-2A5A-0F41B889F2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191562"/>
              </p:ext>
            </p:extLst>
          </p:nvPr>
        </p:nvGraphicFramePr>
        <p:xfrm>
          <a:off x="595669" y="2097089"/>
          <a:ext cx="10997485" cy="4142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861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79F47-8EE9-45B9-FC3F-0ACAA6CC1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Implementación</a:t>
            </a:r>
            <a:endParaRPr lang="es-ES_tradnl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E85E166B-AE3C-603A-DACF-B9E0B37479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6464605"/>
              </p:ext>
            </p:extLst>
          </p:nvPr>
        </p:nvGraphicFramePr>
        <p:xfrm>
          <a:off x="612585" y="1944709"/>
          <a:ext cx="10959083" cy="3921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699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C6B06-8BA7-6409-EC77-9BF0DBEA4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29627"/>
            <a:ext cx="9905998" cy="1478570"/>
          </a:xfrm>
        </p:spPr>
        <p:txBody>
          <a:bodyPr/>
          <a:lstStyle/>
          <a:p>
            <a:r>
              <a:rPr lang="es-ES"/>
              <a:t> TABLA COMPARATIVA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368D4D31-43A8-5F6A-8DA8-1E2C5B2A2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2431497"/>
              </p:ext>
            </p:extLst>
          </p:nvPr>
        </p:nvGraphicFramePr>
        <p:xfrm>
          <a:off x="1336963" y="1246908"/>
          <a:ext cx="4156160" cy="487680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789521">
                  <a:extLst>
                    <a:ext uri="{9D8B030D-6E8A-4147-A177-3AD203B41FA5}">
                      <a16:colId xmlns:a16="http://schemas.microsoft.com/office/drawing/2014/main" val="459095723"/>
                    </a:ext>
                  </a:extLst>
                </a:gridCol>
                <a:gridCol w="543726">
                  <a:extLst>
                    <a:ext uri="{9D8B030D-6E8A-4147-A177-3AD203B41FA5}">
                      <a16:colId xmlns:a16="http://schemas.microsoft.com/office/drawing/2014/main" val="3109736837"/>
                    </a:ext>
                  </a:extLst>
                </a:gridCol>
                <a:gridCol w="744833">
                  <a:extLst>
                    <a:ext uri="{9D8B030D-6E8A-4147-A177-3AD203B41FA5}">
                      <a16:colId xmlns:a16="http://schemas.microsoft.com/office/drawing/2014/main" val="2734643805"/>
                    </a:ext>
                  </a:extLst>
                </a:gridCol>
                <a:gridCol w="789521">
                  <a:extLst>
                    <a:ext uri="{9D8B030D-6E8A-4147-A177-3AD203B41FA5}">
                      <a16:colId xmlns:a16="http://schemas.microsoft.com/office/drawing/2014/main" val="2813115942"/>
                    </a:ext>
                  </a:extLst>
                </a:gridCol>
                <a:gridCol w="543726">
                  <a:extLst>
                    <a:ext uri="{9D8B030D-6E8A-4147-A177-3AD203B41FA5}">
                      <a16:colId xmlns:a16="http://schemas.microsoft.com/office/drawing/2014/main" val="1243556320"/>
                    </a:ext>
                  </a:extLst>
                </a:gridCol>
                <a:gridCol w="744833">
                  <a:extLst>
                    <a:ext uri="{9D8B030D-6E8A-4147-A177-3AD203B41FA5}">
                      <a16:colId xmlns:a16="http://schemas.microsoft.com/office/drawing/2014/main" val="122325436"/>
                    </a:ext>
                  </a:extLst>
                </a:gridCol>
              </a:tblGrid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Fecha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 dirty="0" err="1">
                          <a:effectLst/>
                          <a:highlight>
                            <a:srgbClr val="FFFF00"/>
                          </a:highlight>
                        </a:rPr>
                        <a:t>Rotacion</a:t>
                      </a:r>
                      <a:r>
                        <a:rPr lang="es-ES" sz="1000" dirty="0">
                          <a:effectLst/>
                          <a:highlight>
                            <a:srgbClr val="FFFF00"/>
                          </a:highlight>
                        </a:rPr>
                        <a:t> Real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 dirty="0" err="1">
                          <a:effectLst/>
                        </a:rPr>
                        <a:t>Rotacion</a:t>
                      </a:r>
                      <a:r>
                        <a:rPr lang="es-ES" sz="1000" dirty="0">
                          <a:effectLst/>
                        </a:rPr>
                        <a:t> </a:t>
                      </a:r>
                      <a:r>
                        <a:rPr lang="es-ES" sz="1000" dirty="0" err="1">
                          <a:effectLst/>
                        </a:rPr>
                        <a:t>Prediccion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Fecha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 dirty="0" err="1">
                          <a:effectLst/>
                          <a:highlight>
                            <a:srgbClr val="FFFF00"/>
                          </a:highlight>
                        </a:rPr>
                        <a:t>Rotacion</a:t>
                      </a:r>
                      <a:r>
                        <a:rPr lang="es-ES" sz="1000" dirty="0">
                          <a:effectLst/>
                          <a:highlight>
                            <a:srgbClr val="FFFF00"/>
                          </a:highlight>
                        </a:rPr>
                        <a:t> Real</a:t>
                      </a:r>
                      <a:endParaRPr lang="es-ES" sz="1000" dirty="0" err="1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 err="1">
                          <a:effectLst/>
                        </a:rPr>
                        <a:t>Rotacion</a:t>
                      </a:r>
                      <a:r>
                        <a:rPr lang="es-ES" sz="1000" dirty="0">
                          <a:effectLst/>
                        </a:rPr>
                        <a:t> </a:t>
                      </a:r>
                      <a:r>
                        <a:rPr lang="es-ES" sz="1000" err="1">
                          <a:effectLst/>
                        </a:rPr>
                        <a:t>Prediccion</a:t>
                      </a:r>
                      <a:endParaRPr lang="es-ES" sz="1000" dirty="0" err="1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05736805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2025-09-19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2025-10-04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61978312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2025-09-20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2025-10-05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65612211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2025-09-21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2025-10-06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84199511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2025-09-22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2025-10-07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3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27218897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2025-09-23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2025-10-08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2211310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2025-09-24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3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2025-10-09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4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4937832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2025-09-25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2025-10-10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9375269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2025-09-26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2025-10-11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1091675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2025-09-27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2025-10-12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58519507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2025-09-28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4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2025-10-13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41502347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2025-09-29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2025-10-14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1072283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2025-09-30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2025-10-15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19391591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2025-10-01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2025-10-16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3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58247313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2025-10-02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2025-10-17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1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5087874"/>
                  </a:ext>
                </a:extLst>
              </a:tr>
              <a:tr h="267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2025-10-03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4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2025-10-18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02150350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D097B00-CBD2-2BB6-BDF7-D66FB2925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735120"/>
              </p:ext>
            </p:extLst>
          </p:nvPr>
        </p:nvGraphicFramePr>
        <p:xfrm>
          <a:off x="6380018" y="1246909"/>
          <a:ext cx="4156264" cy="487680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789541">
                  <a:extLst>
                    <a:ext uri="{9D8B030D-6E8A-4147-A177-3AD203B41FA5}">
                      <a16:colId xmlns:a16="http://schemas.microsoft.com/office/drawing/2014/main" val="1483579881"/>
                    </a:ext>
                  </a:extLst>
                </a:gridCol>
                <a:gridCol w="543741">
                  <a:extLst>
                    <a:ext uri="{9D8B030D-6E8A-4147-A177-3AD203B41FA5}">
                      <a16:colId xmlns:a16="http://schemas.microsoft.com/office/drawing/2014/main" val="910849019"/>
                    </a:ext>
                  </a:extLst>
                </a:gridCol>
                <a:gridCol w="744850">
                  <a:extLst>
                    <a:ext uri="{9D8B030D-6E8A-4147-A177-3AD203B41FA5}">
                      <a16:colId xmlns:a16="http://schemas.microsoft.com/office/drawing/2014/main" val="2909674331"/>
                    </a:ext>
                  </a:extLst>
                </a:gridCol>
                <a:gridCol w="789541">
                  <a:extLst>
                    <a:ext uri="{9D8B030D-6E8A-4147-A177-3AD203B41FA5}">
                      <a16:colId xmlns:a16="http://schemas.microsoft.com/office/drawing/2014/main" val="3578427777"/>
                    </a:ext>
                  </a:extLst>
                </a:gridCol>
                <a:gridCol w="543741">
                  <a:extLst>
                    <a:ext uri="{9D8B030D-6E8A-4147-A177-3AD203B41FA5}">
                      <a16:colId xmlns:a16="http://schemas.microsoft.com/office/drawing/2014/main" val="726081758"/>
                    </a:ext>
                  </a:extLst>
                </a:gridCol>
                <a:gridCol w="744850">
                  <a:extLst>
                    <a:ext uri="{9D8B030D-6E8A-4147-A177-3AD203B41FA5}">
                      <a16:colId xmlns:a16="http://schemas.microsoft.com/office/drawing/2014/main" val="2560803959"/>
                    </a:ext>
                  </a:extLst>
                </a:gridCol>
              </a:tblGrid>
              <a:tr h="1331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</a:rPr>
                        <a:t>Fecha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 dirty="0" err="1">
                          <a:effectLst/>
                        </a:rPr>
                        <a:t>Rotacion</a:t>
                      </a:r>
                      <a:r>
                        <a:rPr lang="es-ES" sz="1000" dirty="0">
                          <a:effectLst/>
                        </a:rPr>
                        <a:t> Real</a:t>
                      </a:r>
                      <a:endParaRPr lang="es-ES" sz="1000" dirty="0" err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 dirty="0" err="1">
                          <a:effectLst/>
                          <a:highlight>
                            <a:srgbClr val="00FFFF"/>
                          </a:highlight>
                        </a:rPr>
                        <a:t>Rotacion</a:t>
                      </a:r>
                      <a:r>
                        <a:rPr lang="es-ES" sz="1000" dirty="0">
                          <a:effectLst/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s-ES" sz="1000" dirty="0" err="1">
                          <a:effectLst/>
                          <a:highlight>
                            <a:srgbClr val="00FFFF"/>
                          </a:highlight>
                        </a:rPr>
                        <a:t>Prediccion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</a:rPr>
                        <a:t>Fecha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 dirty="0" err="1">
                          <a:effectLst/>
                        </a:rPr>
                        <a:t>Rotacion</a:t>
                      </a:r>
                      <a:r>
                        <a:rPr lang="es-ES" sz="1000" dirty="0">
                          <a:effectLst/>
                        </a:rPr>
                        <a:t> Real</a:t>
                      </a:r>
                      <a:endParaRPr lang="es-ES" sz="1000" dirty="0" err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 dirty="0" err="1">
                          <a:effectLst/>
                          <a:highlight>
                            <a:srgbClr val="00FFFF"/>
                          </a:highlight>
                        </a:rPr>
                        <a:t>Rotacion</a:t>
                      </a:r>
                      <a:r>
                        <a:rPr lang="es-ES" sz="1000" dirty="0">
                          <a:effectLst/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s-ES" sz="1000" dirty="0" err="1">
                          <a:effectLst/>
                          <a:highlight>
                            <a:srgbClr val="00FFFF"/>
                          </a:highlight>
                        </a:rPr>
                        <a:t>Prediccion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8210212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2025-10-19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2025-11-03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54201255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2025-10-20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2025-11-04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5899733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2025-10-21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2025-11-05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1221849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2025-10-22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2025-11-06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43009813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2025-10-23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2025-11-07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76052653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2025-10-24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2025-11-08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9177738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2025-10-25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2025-11-09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7136836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2025-10-26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2025-11-10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15237768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2025-10-27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2025-11-11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0499641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2025-10-28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2025-11-12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55463071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2025-10-29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2025-11-13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20816124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2025-10-30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2025-11-14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30603632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2025-10-31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</a:t>
                      </a:r>
                      <a:r>
                        <a:rPr lang="es-ES" sz="1000" b="1">
                          <a:effectLst/>
                        </a:rPr>
                        <a:t>15</a:t>
                      </a:r>
                      <a:r>
                        <a:rPr lang="es-ES" sz="1000" dirty="0">
                          <a:effectLst/>
                        </a:rPr>
                        <a:t> </a:t>
                      </a:r>
                      <a:r>
                        <a:rPr lang="es-ES" sz="1000">
                          <a:effectLst/>
                        </a:rPr>
                        <a:t>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3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3275661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2025-11-01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</a:t>
                      </a:r>
                      <a:r>
                        <a:rPr lang="es-ES" sz="1000" b="1">
                          <a:effectLst/>
                        </a:rPr>
                        <a:t>16</a:t>
                      </a:r>
                      <a:r>
                        <a:rPr lang="es-ES" sz="1000">
                          <a:effectLst/>
                        </a:rPr>
                        <a:t>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3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23000114"/>
                  </a:ext>
                </a:extLst>
              </a:tr>
              <a:tr h="13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2025-11-02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2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2025-11-</a:t>
                      </a:r>
                      <a:r>
                        <a:rPr lang="es-ES" sz="1000" b="1">
                          <a:effectLst/>
                        </a:rPr>
                        <a:t>17</a:t>
                      </a:r>
                      <a:r>
                        <a:rPr lang="es-ES" sz="1000">
                          <a:effectLst/>
                        </a:rPr>
                        <a:t> 00:13:48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" sz="10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/>
                        <a:t>3</a:t>
                      </a:r>
                      <a:endParaRPr lang="es-ES" sz="10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6927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196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C6975-A793-F105-777A-AF163E068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Presentación de Resultados</a:t>
            </a:r>
            <a:endParaRPr lang="es-ES_tradnl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1AA23F8-6387-8414-4898-2030335B11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46" y="2287385"/>
            <a:ext cx="7464650" cy="3697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D20818CC-2B10-B393-2D70-F4B3197AFE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9031091"/>
              </p:ext>
            </p:extLst>
          </p:nvPr>
        </p:nvGraphicFramePr>
        <p:xfrm>
          <a:off x="8196596" y="2097088"/>
          <a:ext cx="3628031" cy="40780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97962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3634A-A6EB-7EA1-4EA1-8899C1B4E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Evaluación Y conclusiones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287425C4-341D-A725-9F8B-9A62B4C9F0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4481721"/>
              </p:ext>
            </p:extLst>
          </p:nvPr>
        </p:nvGraphicFramePr>
        <p:xfrm>
          <a:off x="694569" y="1968890"/>
          <a:ext cx="10477854" cy="4270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0E5056D-AF6D-4F68-9FE6-C233F5F0E509}"/>
              </a:ext>
            </a:extLst>
          </p:cNvPr>
          <p:cNvSpPr txBox="1">
            <a:spLocks/>
          </p:cNvSpPr>
          <p:nvPr/>
        </p:nvSpPr>
        <p:spPr>
          <a:xfrm>
            <a:off x="6542659" y="1968889"/>
            <a:ext cx="5848090" cy="2090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ES_tradnl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C468D54D-066A-33C4-AA6A-F35821946F07}"/>
              </a:ext>
            </a:extLst>
          </p:cNvPr>
          <p:cNvSpPr txBox="1">
            <a:spLocks/>
          </p:cNvSpPr>
          <p:nvPr/>
        </p:nvSpPr>
        <p:spPr>
          <a:xfrm>
            <a:off x="1460113" y="4517160"/>
            <a:ext cx="8623280" cy="2090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89395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30E2D-23FE-99A5-40BC-245271A8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AB016-9AE1-5296-8E31-3FAF88C0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689715"/>
            <a:ext cx="9905998" cy="1478570"/>
          </a:xfrm>
        </p:spPr>
        <p:txBody>
          <a:bodyPr/>
          <a:lstStyle/>
          <a:p>
            <a:pPr algn="ctr"/>
            <a:r>
              <a:rPr lang="es-ES_tradnl" dirty="0"/>
              <a:t>GRACIAS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785039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Rojo naranja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108</TotalTime>
  <Words>581</Words>
  <Application>Microsoft Office PowerPoint</Application>
  <PresentationFormat>Panorámica</PresentationFormat>
  <Paragraphs>87</Paragraphs>
  <Slides>11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Circuito</vt:lpstr>
      <vt:lpstr>Modelo Predictivo de Rotación de Personal para la Anticipación de Salidas en una Consultora </vt:lpstr>
      <vt:lpstr>CONTEXTO</vt:lpstr>
      <vt:lpstr>Problema identificado</vt:lpstr>
      <vt:lpstr>¿Por qué desarrollar este proyecto?</vt:lpstr>
      <vt:lpstr>Presentación de PowerPoint</vt:lpstr>
      <vt:lpstr>Propuesta de solución</vt:lpstr>
      <vt:lpstr>Implementación</vt:lpstr>
      <vt:lpstr> TABLA COMPARATIVA</vt:lpstr>
      <vt:lpstr>Presentación de Resultados</vt:lpstr>
      <vt:lpstr>Evaluación Y conclusiones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Granados Valentin - INDRA</dc:creator>
  <cp:lastModifiedBy>Daniel Granados Valentin - INDRA</cp:lastModifiedBy>
  <cp:revision>105</cp:revision>
  <dcterms:created xsi:type="dcterms:W3CDTF">2026-05-07T17:00:32Z</dcterms:created>
  <dcterms:modified xsi:type="dcterms:W3CDTF">2026-05-15T02:41:14Z</dcterms:modified>
</cp:coreProperties>
</file>